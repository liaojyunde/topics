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6"/>
  </p:notesMasterIdLst>
  <p:sldIdLst>
    <p:sldId id="256" r:id="rId2"/>
    <p:sldId id="258" r:id="rId3"/>
    <p:sldId id="313" r:id="rId4"/>
    <p:sldId id="268" r:id="rId5"/>
    <p:sldId id="261" r:id="rId6"/>
    <p:sldId id="314" r:id="rId7"/>
    <p:sldId id="272" r:id="rId8"/>
    <p:sldId id="259" r:id="rId9"/>
    <p:sldId id="263" r:id="rId10"/>
    <p:sldId id="267" r:id="rId11"/>
    <p:sldId id="262" r:id="rId12"/>
    <p:sldId id="271" r:id="rId13"/>
    <p:sldId id="266" r:id="rId14"/>
    <p:sldId id="284" r:id="rId15"/>
  </p:sldIdLst>
  <p:sldSz cx="9144000" cy="5143500" type="screen16x9"/>
  <p:notesSz cx="6858000" cy="9144000"/>
  <p:embeddedFontLst>
    <p:embeddedFont>
      <p:font typeface="Microsoft YaHei" panose="020B0503020204020204" pitchFamily="34" charset="-122"/>
      <p:regular r:id="rId17"/>
      <p:bold r:id="rId18"/>
    </p:embeddedFont>
    <p:embeddedFont>
      <p:font typeface="Barlow SemiBold" panose="00000700000000000000" pitchFamily="2" charset="0"/>
      <p:regular r:id="rId19"/>
      <p:bold r:id="rId20"/>
      <p:italic r:id="rId21"/>
      <p:boldItalic r:id="rId22"/>
    </p:embeddedFont>
    <p:embeddedFont>
      <p:font typeface="Commissioner" panose="02020500000000000000" charset="0"/>
      <p:regular r:id="rId23"/>
      <p:bold r:id="rId24"/>
    </p:embeddedFont>
    <p:embeddedFont>
      <p:font typeface="Commissioner ExtraBold" panose="02020500000000000000" charset="0"/>
      <p:bold r:id="rId25"/>
    </p:embeddedFont>
    <p:embeddedFont>
      <p:font typeface="Syne" panose="02020500000000000000" charset="0"/>
      <p:regular r:id="rId26"/>
      <p:bold r:id="rId27"/>
    </p:embeddedFont>
    <p:embeddedFont>
      <p:font typeface="Syne SemiBold" panose="02020500000000000000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DDDC3C-183C-4F39-B92E-01F2910B9974}">
  <a:tblStyle styleId="{BADDDC3C-183C-4F39-B92E-01F2910B99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6" autoAdjust="0"/>
    <p:restoredTop sz="94660"/>
  </p:normalViewPr>
  <p:slideViewPr>
    <p:cSldViewPr snapToGrid="0">
      <p:cViewPr>
        <p:scale>
          <a:sx n="100" d="100"/>
          <a:sy n="100" d="100"/>
        </p:scale>
        <p:origin x="2058" y="7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e710ee6ad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e710ee6ad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5F769CA9-C6BA-376C-906A-4140A76B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e710ee6ade_0_56:notes">
            <a:extLst>
              <a:ext uri="{FF2B5EF4-FFF2-40B4-BE49-F238E27FC236}">
                <a16:creationId xmlns:a16="http://schemas.microsoft.com/office/drawing/2014/main" id="{C350FBAC-1854-DE46-AC49-02D75B2FB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e710ee6ade_0_56:notes">
            <a:extLst>
              <a:ext uri="{FF2B5EF4-FFF2-40B4-BE49-F238E27FC236}">
                <a16:creationId xmlns:a16="http://schemas.microsoft.com/office/drawing/2014/main" id="{25244198-2874-D7F2-8502-61EFAE563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561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710ee6ade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710ee6ade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710ee6ade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e710ee6ade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>
          <a:extLst>
            <a:ext uri="{FF2B5EF4-FFF2-40B4-BE49-F238E27FC236}">
              <a16:creationId xmlns:a16="http://schemas.microsoft.com/office/drawing/2014/main" id="{C23014E3-50FD-1EF3-FAD5-242C91E5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e710ee6ade_0_396:notes">
            <a:extLst>
              <a:ext uri="{FF2B5EF4-FFF2-40B4-BE49-F238E27FC236}">
                <a16:creationId xmlns:a16="http://schemas.microsoft.com/office/drawing/2014/main" id="{20363091-1834-9F7A-059B-8CAAD556D1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e710ee6ade_0_396:notes">
            <a:extLst>
              <a:ext uri="{FF2B5EF4-FFF2-40B4-BE49-F238E27FC236}">
                <a16:creationId xmlns:a16="http://schemas.microsoft.com/office/drawing/2014/main" id="{78E85F7F-F48E-AC30-F809-165AB4DD5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0414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e710ee6ad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e710ee6ad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e811cd5716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e811cd5716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e710ee6ade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e710ee6ade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e710ee6ade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e710ee6ade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e710ee6ade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e710ee6ade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e710ee6ade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e710ee6ade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e710ee6ade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e710ee6ade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e710ee6ade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e710ee6ade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730625" y="4473225"/>
            <a:ext cx="4115987" cy="769394"/>
          </a:xfrm>
          <a:custGeom>
            <a:avLst/>
            <a:gdLst/>
            <a:ahLst/>
            <a:cxnLst/>
            <a:rect l="l" t="t" r="r" b="b"/>
            <a:pathLst>
              <a:path w="85129" h="15913" extrusionOk="0">
                <a:moveTo>
                  <a:pt x="81192" y="11976"/>
                </a:moveTo>
                <a:cubicBezTo>
                  <a:pt x="76022" y="6973"/>
                  <a:pt x="68016" y="4037"/>
                  <a:pt x="61511" y="7073"/>
                </a:cubicBezTo>
                <a:cubicBezTo>
                  <a:pt x="58643" y="8407"/>
                  <a:pt x="56207" y="10575"/>
                  <a:pt x="53005" y="11075"/>
                </a:cubicBezTo>
                <a:cubicBezTo>
                  <a:pt x="51437" y="11342"/>
                  <a:pt x="49803" y="11242"/>
                  <a:pt x="48202" y="10975"/>
                </a:cubicBezTo>
                <a:cubicBezTo>
                  <a:pt x="46434" y="10608"/>
                  <a:pt x="44666" y="10008"/>
                  <a:pt x="43031" y="9241"/>
                </a:cubicBezTo>
                <a:cubicBezTo>
                  <a:pt x="38795" y="7239"/>
                  <a:pt x="34992" y="4304"/>
                  <a:pt x="30689" y="2403"/>
                </a:cubicBezTo>
                <a:cubicBezTo>
                  <a:pt x="26353" y="568"/>
                  <a:pt x="21016" y="1"/>
                  <a:pt x="17180" y="2803"/>
                </a:cubicBezTo>
                <a:cubicBezTo>
                  <a:pt x="15745" y="3870"/>
                  <a:pt x="14611" y="5338"/>
                  <a:pt x="13143" y="6405"/>
                </a:cubicBezTo>
                <a:cubicBezTo>
                  <a:pt x="10942" y="8040"/>
                  <a:pt x="8140" y="8640"/>
                  <a:pt x="5671" y="9741"/>
                </a:cubicBezTo>
                <a:cubicBezTo>
                  <a:pt x="3336" y="10842"/>
                  <a:pt x="1335" y="13210"/>
                  <a:pt x="1" y="15912"/>
                </a:cubicBezTo>
                <a:lnTo>
                  <a:pt x="44032" y="15912"/>
                </a:lnTo>
                <a:lnTo>
                  <a:pt x="85128" y="15912"/>
                </a:lnTo>
                <a:cubicBezTo>
                  <a:pt x="83727" y="14678"/>
                  <a:pt x="82526" y="13244"/>
                  <a:pt x="81192" y="1197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965275" y="-156625"/>
            <a:ext cx="2453450" cy="1580500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836925" y="-539850"/>
            <a:ext cx="3075550" cy="1928900"/>
          </a:xfrm>
          <a:custGeom>
            <a:avLst/>
            <a:gdLst/>
            <a:ahLst/>
            <a:cxnLst/>
            <a:rect l="l" t="t" r="r" b="b"/>
            <a:pathLst>
              <a:path w="123022" h="77156" extrusionOk="0">
                <a:moveTo>
                  <a:pt x="5338" y="334"/>
                </a:moveTo>
                <a:cubicBezTo>
                  <a:pt x="0" y="9707"/>
                  <a:pt x="4504" y="20548"/>
                  <a:pt x="12242" y="26986"/>
                </a:cubicBezTo>
                <a:cubicBezTo>
                  <a:pt x="16345" y="30355"/>
                  <a:pt x="21582" y="31990"/>
                  <a:pt x="25519" y="35626"/>
                </a:cubicBezTo>
                <a:cubicBezTo>
                  <a:pt x="30622" y="40363"/>
                  <a:pt x="29121" y="47801"/>
                  <a:pt x="27754" y="53806"/>
                </a:cubicBezTo>
                <a:cubicBezTo>
                  <a:pt x="26586" y="58876"/>
                  <a:pt x="25585" y="64380"/>
                  <a:pt x="28521" y="69083"/>
                </a:cubicBezTo>
                <a:cubicBezTo>
                  <a:pt x="31089" y="73253"/>
                  <a:pt x="36526" y="75421"/>
                  <a:pt x="41130" y="76088"/>
                </a:cubicBezTo>
                <a:cubicBezTo>
                  <a:pt x="46600" y="76889"/>
                  <a:pt x="51537" y="74254"/>
                  <a:pt x="55907" y="71351"/>
                </a:cubicBezTo>
                <a:cubicBezTo>
                  <a:pt x="60977" y="67982"/>
                  <a:pt x="65614" y="63913"/>
                  <a:pt x="71451" y="61845"/>
                </a:cubicBezTo>
                <a:cubicBezTo>
                  <a:pt x="76121" y="60177"/>
                  <a:pt x="81225" y="60143"/>
                  <a:pt x="86095" y="60577"/>
                </a:cubicBezTo>
                <a:cubicBezTo>
                  <a:pt x="91466" y="61077"/>
                  <a:pt x="97103" y="62145"/>
                  <a:pt x="102007" y="64413"/>
                </a:cubicBezTo>
                <a:cubicBezTo>
                  <a:pt x="109412" y="67849"/>
                  <a:pt x="114315" y="75221"/>
                  <a:pt x="122488" y="77056"/>
                </a:cubicBezTo>
                <a:cubicBezTo>
                  <a:pt x="122855" y="77156"/>
                  <a:pt x="123022" y="76555"/>
                  <a:pt x="122655" y="76488"/>
                </a:cubicBezTo>
                <a:cubicBezTo>
                  <a:pt x="117184" y="75254"/>
                  <a:pt x="113014" y="71418"/>
                  <a:pt x="108745" y="68082"/>
                </a:cubicBezTo>
                <a:cubicBezTo>
                  <a:pt x="104342" y="64680"/>
                  <a:pt x="99772" y="62545"/>
                  <a:pt x="94334" y="61344"/>
                </a:cubicBezTo>
                <a:cubicBezTo>
                  <a:pt x="88497" y="60043"/>
                  <a:pt x="82393" y="59343"/>
                  <a:pt x="76422" y="60077"/>
                </a:cubicBezTo>
                <a:cubicBezTo>
                  <a:pt x="70751" y="60811"/>
                  <a:pt x="65947" y="63546"/>
                  <a:pt x="61378" y="66748"/>
                </a:cubicBezTo>
                <a:cubicBezTo>
                  <a:pt x="56441" y="70217"/>
                  <a:pt x="51571" y="74354"/>
                  <a:pt x="45466" y="75488"/>
                </a:cubicBezTo>
                <a:cubicBezTo>
                  <a:pt x="39295" y="76655"/>
                  <a:pt x="31423" y="73320"/>
                  <a:pt x="28421" y="67716"/>
                </a:cubicBezTo>
                <a:cubicBezTo>
                  <a:pt x="25252" y="61811"/>
                  <a:pt x="28621" y="54239"/>
                  <a:pt x="29521" y="48168"/>
                </a:cubicBezTo>
                <a:cubicBezTo>
                  <a:pt x="30189" y="43398"/>
                  <a:pt x="29388" y="38695"/>
                  <a:pt x="25919" y="35192"/>
                </a:cubicBezTo>
                <a:cubicBezTo>
                  <a:pt x="23717" y="32991"/>
                  <a:pt x="20749" y="31556"/>
                  <a:pt x="18047" y="30122"/>
                </a:cubicBezTo>
                <a:cubicBezTo>
                  <a:pt x="14778" y="28321"/>
                  <a:pt x="11842" y="26152"/>
                  <a:pt x="9340" y="23384"/>
                </a:cubicBezTo>
                <a:cubicBezTo>
                  <a:pt x="3736" y="17313"/>
                  <a:pt x="1602" y="8106"/>
                  <a:pt x="5871" y="701"/>
                </a:cubicBezTo>
                <a:cubicBezTo>
                  <a:pt x="6071" y="301"/>
                  <a:pt x="5538" y="0"/>
                  <a:pt x="5338" y="3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3995726">
            <a:off x="-130622" y="3655115"/>
            <a:ext cx="2199510" cy="1987525"/>
          </a:xfrm>
          <a:custGeom>
            <a:avLst/>
            <a:gdLst/>
            <a:ahLst/>
            <a:cxnLst/>
            <a:rect l="l" t="t" r="r" b="b"/>
            <a:pathLst>
              <a:path w="69217" h="62546" extrusionOk="0">
                <a:moveTo>
                  <a:pt x="68549" y="368"/>
                </a:moveTo>
                <a:cubicBezTo>
                  <a:pt x="68015" y="5004"/>
                  <a:pt x="65680" y="9007"/>
                  <a:pt x="62211" y="12043"/>
                </a:cubicBezTo>
                <a:cubicBezTo>
                  <a:pt x="58542" y="15312"/>
                  <a:pt x="54005" y="16446"/>
                  <a:pt x="49202" y="16313"/>
                </a:cubicBezTo>
                <a:cubicBezTo>
                  <a:pt x="44932" y="16179"/>
                  <a:pt x="41163" y="16413"/>
                  <a:pt x="38327" y="19948"/>
                </a:cubicBezTo>
                <a:cubicBezTo>
                  <a:pt x="35592" y="23284"/>
                  <a:pt x="35559" y="27821"/>
                  <a:pt x="35259" y="31857"/>
                </a:cubicBezTo>
                <a:cubicBezTo>
                  <a:pt x="34825" y="37328"/>
                  <a:pt x="32824" y="41564"/>
                  <a:pt x="27553" y="43766"/>
                </a:cubicBezTo>
                <a:cubicBezTo>
                  <a:pt x="23550" y="45433"/>
                  <a:pt x="19080" y="45433"/>
                  <a:pt x="14844" y="45667"/>
                </a:cubicBezTo>
                <a:cubicBezTo>
                  <a:pt x="11141" y="45867"/>
                  <a:pt x="7305" y="46501"/>
                  <a:pt x="4470" y="49136"/>
                </a:cubicBezTo>
                <a:cubicBezTo>
                  <a:pt x="1201" y="52172"/>
                  <a:pt x="467" y="57942"/>
                  <a:pt x="33" y="62145"/>
                </a:cubicBezTo>
                <a:cubicBezTo>
                  <a:pt x="0" y="62546"/>
                  <a:pt x="634" y="62546"/>
                  <a:pt x="667" y="62145"/>
                </a:cubicBezTo>
                <a:cubicBezTo>
                  <a:pt x="1234" y="56541"/>
                  <a:pt x="2469" y="49803"/>
                  <a:pt x="8239" y="47468"/>
                </a:cubicBezTo>
                <a:cubicBezTo>
                  <a:pt x="12342" y="45800"/>
                  <a:pt x="17079" y="46367"/>
                  <a:pt x="21382" y="45867"/>
                </a:cubicBezTo>
                <a:cubicBezTo>
                  <a:pt x="24751" y="45500"/>
                  <a:pt x="28520" y="44633"/>
                  <a:pt x="31222" y="42398"/>
                </a:cubicBezTo>
                <a:cubicBezTo>
                  <a:pt x="34525" y="39696"/>
                  <a:pt x="35492" y="35993"/>
                  <a:pt x="35859" y="31857"/>
                </a:cubicBezTo>
                <a:cubicBezTo>
                  <a:pt x="36326" y="26720"/>
                  <a:pt x="36493" y="21016"/>
                  <a:pt x="41396" y="17980"/>
                </a:cubicBezTo>
                <a:cubicBezTo>
                  <a:pt x="43698" y="16613"/>
                  <a:pt x="46667" y="16813"/>
                  <a:pt x="49202" y="16880"/>
                </a:cubicBezTo>
                <a:cubicBezTo>
                  <a:pt x="51337" y="16946"/>
                  <a:pt x="53372" y="16846"/>
                  <a:pt x="55440" y="16313"/>
                </a:cubicBezTo>
                <a:cubicBezTo>
                  <a:pt x="62745" y="14478"/>
                  <a:pt x="68349" y="7706"/>
                  <a:pt x="69183" y="334"/>
                </a:cubicBezTo>
                <a:cubicBezTo>
                  <a:pt x="69216" y="1"/>
                  <a:pt x="68582" y="1"/>
                  <a:pt x="68549" y="36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644234">
            <a:off x="6088289" y="3622766"/>
            <a:ext cx="3520410" cy="1799358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798250" y="-738525"/>
            <a:ext cx="3075543" cy="2222829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430479">
            <a:off x="48915" y="-222860"/>
            <a:ext cx="2155859" cy="1948081"/>
          </a:xfrm>
          <a:custGeom>
            <a:avLst/>
            <a:gdLst/>
            <a:ahLst/>
            <a:cxnLst/>
            <a:rect l="l" t="t" r="r" b="b"/>
            <a:pathLst>
              <a:path w="69217" h="62546" extrusionOk="0">
                <a:moveTo>
                  <a:pt x="68549" y="368"/>
                </a:moveTo>
                <a:cubicBezTo>
                  <a:pt x="68015" y="5004"/>
                  <a:pt x="65680" y="9007"/>
                  <a:pt x="62211" y="12043"/>
                </a:cubicBezTo>
                <a:cubicBezTo>
                  <a:pt x="58542" y="15312"/>
                  <a:pt x="54005" y="16446"/>
                  <a:pt x="49202" y="16313"/>
                </a:cubicBezTo>
                <a:cubicBezTo>
                  <a:pt x="44932" y="16179"/>
                  <a:pt x="41163" y="16413"/>
                  <a:pt x="38327" y="19948"/>
                </a:cubicBezTo>
                <a:cubicBezTo>
                  <a:pt x="35592" y="23284"/>
                  <a:pt x="35559" y="27821"/>
                  <a:pt x="35259" y="31857"/>
                </a:cubicBezTo>
                <a:cubicBezTo>
                  <a:pt x="34825" y="37328"/>
                  <a:pt x="32824" y="41564"/>
                  <a:pt x="27553" y="43766"/>
                </a:cubicBezTo>
                <a:cubicBezTo>
                  <a:pt x="23550" y="45433"/>
                  <a:pt x="19080" y="45433"/>
                  <a:pt x="14844" y="45667"/>
                </a:cubicBezTo>
                <a:cubicBezTo>
                  <a:pt x="11141" y="45867"/>
                  <a:pt x="7305" y="46501"/>
                  <a:pt x="4470" y="49136"/>
                </a:cubicBezTo>
                <a:cubicBezTo>
                  <a:pt x="1201" y="52172"/>
                  <a:pt x="467" y="57942"/>
                  <a:pt x="33" y="62145"/>
                </a:cubicBezTo>
                <a:cubicBezTo>
                  <a:pt x="0" y="62546"/>
                  <a:pt x="634" y="62546"/>
                  <a:pt x="667" y="62145"/>
                </a:cubicBezTo>
                <a:cubicBezTo>
                  <a:pt x="1234" y="56541"/>
                  <a:pt x="2469" y="49803"/>
                  <a:pt x="8239" y="47468"/>
                </a:cubicBezTo>
                <a:cubicBezTo>
                  <a:pt x="12342" y="45800"/>
                  <a:pt x="17079" y="46367"/>
                  <a:pt x="21382" y="45867"/>
                </a:cubicBezTo>
                <a:cubicBezTo>
                  <a:pt x="24751" y="45500"/>
                  <a:pt x="28520" y="44633"/>
                  <a:pt x="31222" y="42398"/>
                </a:cubicBezTo>
                <a:cubicBezTo>
                  <a:pt x="34525" y="39696"/>
                  <a:pt x="35492" y="35993"/>
                  <a:pt x="35859" y="31857"/>
                </a:cubicBezTo>
                <a:cubicBezTo>
                  <a:pt x="36326" y="26720"/>
                  <a:pt x="36493" y="21016"/>
                  <a:pt x="41396" y="17980"/>
                </a:cubicBezTo>
                <a:cubicBezTo>
                  <a:pt x="43698" y="16613"/>
                  <a:pt x="46667" y="16813"/>
                  <a:pt x="49202" y="16880"/>
                </a:cubicBezTo>
                <a:cubicBezTo>
                  <a:pt x="51337" y="16946"/>
                  <a:pt x="53372" y="16846"/>
                  <a:pt x="55440" y="16313"/>
                </a:cubicBezTo>
                <a:cubicBezTo>
                  <a:pt x="62745" y="14478"/>
                  <a:pt x="68349" y="7706"/>
                  <a:pt x="69183" y="334"/>
                </a:cubicBezTo>
                <a:cubicBezTo>
                  <a:pt x="69216" y="1"/>
                  <a:pt x="68582" y="1"/>
                  <a:pt x="68549" y="3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7098900" y="3115900"/>
            <a:ext cx="2290125" cy="2206451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597000" y="1369050"/>
            <a:ext cx="5115900" cy="191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 sz="50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762900" y="3607600"/>
            <a:ext cx="35631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-1276825" y="-338425"/>
            <a:ext cx="3566904" cy="891281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 rot="10800000">
            <a:off x="6888750" y="4295000"/>
            <a:ext cx="3566904" cy="891281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-758875" y="-493000"/>
            <a:ext cx="2531000" cy="1293450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 rot="-5400000" flipH="1">
            <a:off x="-534003" y="-410922"/>
            <a:ext cx="2365353" cy="2540748"/>
          </a:xfrm>
          <a:custGeom>
            <a:avLst/>
            <a:gdLst/>
            <a:ahLst/>
            <a:cxnLst/>
            <a:rect l="l" t="t" r="r" b="b"/>
            <a:pathLst>
              <a:path w="53539" h="57509" extrusionOk="0">
                <a:moveTo>
                  <a:pt x="8006" y="49169"/>
                </a:moveTo>
                <a:cubicBezTo>
                  <a:pt x="8307" y="47268"/>
                  <a:pt x="7973" y="45333"/>
                  <a:pt x="8273" y="43399"/>
                </a:cubicBezTo>
                <a:cubicBezTo>
                  <a:pt x="8707" y="40330"/>
                  <a:pt x="10942" y="37528"/>
                  <a:pt x="13844" y="36327"/>
                </a:cubicBezTo>
                <a:cubicBezTo>
                  <a:pt x="16646" y="35193"/>
                  <a:pt x="19815" y="35526"/>
                  <a:pt x="22817" y="35393"/>
                </a:cubicBezTo>
                <a:cubicBezTo>
                  <a:pt x="25819" y="35259"/>
                  <a:pt x="29188" y="34425"/>
                  <a:pt x="30789" y="31890"/>
                </a:cubicBezTo>
                <a:cubicBezTo>
                  <a:pt x="31523" y="30689"/>
                  <a:pt x="31790" y="29255"/>
                  <a:pt x="32057" y="27887"/>
                </a:cubicBezTo>
                <a:cubicBezTo>
                  <a:pt x="32524" y="25753"/>
                  <a:pt x="33058" y="23651"/>
                  <a:pt x="34158" y="21750"/>
                </a:cubicBezTo>
                <a:cubicBezTo>
                  <a:pt x="35226" y="19882"/>
                  <a:pt x="36994" y="18314"/>
                  <a:pt x="39129" y="17847"/>
                </a:cubicBezTo>
                <a:cubicBezTo>
                  <a:pt x="40530" y="17547"/>
                  <a:pt x="42031" y="17747"/>
                  <a:pt x="43498" y="17680"/>
                </a:cubicBezTo>
                <a:cubicBezTo>
                  <a:pt x="47368" y="17413"/>
                  <a:pt x="50837" y="14978"/>
                  <a:pt x="53205" y="11876"/>
                </a:cubicBezTo>
                <a:cubicBezTo>
                  <a:pt x="53339" y="11709"/>
                  <a:pt x="53405" y="11576"/>
                  <a:pt x="53539" y="11409"/>
                </a:cubicBezTo>
                <a:cubicBezTo>
                  <a:pt x="52505" y="9541"/>
                  <a:pt x="51404" y="7473"/>
                  <a:pt x="49369" y="6706"/>
                </a:cubicBezTo>
                <a:cubicBezTo>
                  <a:pt x="45867" y="5405"/>
                  <a:pt x="42398" y="8974"/>
                  <a:pt x="38695" y="9241"/>
                </a:cubicBezTo>
                <a:cubicBezTo>
                  <a:pt x="35726" y="9508"/>
                  <a:pt x="33058" y="7673"/>
                  <a:pt x="30522" y="6072"/>
                </a:cubicBezTo>
                <a:cubicBezTo>
                  <a:pt x="24718" y="2536"/>
                  <a:pt x="17513" y="1"/>
                  <a:pt x="11209" y="2536"/>
                </a:cubicBezTo>
                <a:cubicBezTo>
                  <a:pt x="9674" y="3170"/>
                  <a:pt x="8206" y="4070"/>
                  <a:pt x="6972" y="5171"/>
                </a:cubicBezTo>
                <a:cubicBezTo>
                  <a:pt x="4504" y="7306"/>
                  <a:pt x="2636" y="10141"/>
                  <a:pt x="1668" y="13244"/>
                </a:cubicBezTo>
                <a:cubicBezTo>
                  <a:pt x="167" y="18181"/>
                  <a:pt x="835" y="23651"/>
                  <a:pt x="1" y="28688"/>
                </a:cubicBezTo>
                <a:lnTo>
                  <a:pt x="1" y="57509"/>
                </a:lnTo>
                <a:cubicBezTo>
                  <a:pt x="134" y="57442"/>
                  <a:pt x="267" y="57409"/>
                  <a:pt x="368" y="57409"/>
                </a:cubicBezTo>
                <a:cubicBezTo>
                  <a:pt x="4204" y="56274"/>
                  <a:pt x="7439" y="53072"/>
                  <a:pt x="8006" y="4916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9"/>
          <p:cNvSpPr/>
          <p:nvPr/>
        </p:nvSpPr>
        <p:spPr>
          <a:xfrm rot="10800000">
            <a:off x="-2149526" y="3143152"/>
            <a:ext cx="4858076" cy="3129548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7519300" y="3392550"/>
            <a:ext cx="1917225" cy="1847175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/>
          <p:nvPr/>
        </p:nvSpPr>
        <p:spPr>
          <a:xfrm rot="-1037058">
            <a:off x="-168127" y="-141641"/>
            <a:ext cx="1977187" cy="527877"/>
          </a:xfrm>
          <a:custGeom>
            <a:avLst/>
            <a:gdLst/>
            <a:ahLst/>
            <a:cxnLst/>
            <a:rect l="l" t="t" r="r" b="b"/>
            <a:pathLst>
              <a:path w="79091" h="21116" extrusionOk="0">
                <a:moveTo>
                  <a:pt x="267" y="434"/>
                </a:moveTo>
                <a:cubicBezTo>
                  <a:pt x="1" y="7006"/>
                  <a:pt x="3503" y="13044"/>
                  <a:pt x="8874" y="16713"/>
                </a:cubicBezTo>
                <a:cubicBezTo>
                  <a:pt x="15178" y="21116"/>
                  <a:pt x="22683" y="19982"/>
                  <a:pt x="29355" y="17113"/>
                </a:cubicBezTo>
                <a:cubicBezTo>
                  <a:pt x="33358" y="15379"/>
                  <a:pt x="37160" y="13177"/>
                  <a:pt x="41063" y="11342"/>
                </a:cubicBezTo>
                <a:cubicBezTo>
                  <a:pt x="45733" y="9207"/>
                  <a:pt x="50703" y="8040"/>
                  <a:pt x="55840" y="7873"/>
                </a:cubicBezTo>
                <a:cubicBezTo>
                  <a:pt x="60644" y="7740"/>
                  <a:pt x="65214" y="9207"/>
                  <a:pt x="69984" y="9474"/>
                </a:cubicBezTo>
                <a:cubicBezTo>
                  <a:pt x="73320" y="9674"/>
                  <a:pt x="76755" y="8574"/>
                  <a:pt x="78857" y="5905"/>
                </a:cubicBezTo>
                <a:cubicBezTo>
                  <a:pt x="79090" y="5572"/>
                  <a:pt x="78657" y="5171"/>
                  <a:pt x="78390" y="5471"/>
                </a:cubicBezTo>
                <a:cubicBezTo>
                  <a:pt x="75655" y="9007"/>
                  <a:pt x="71151" y="9141"/>
                  <a:pt x="67048" y="8540"/>
                </a:cubicBezTo>
                <a:cubicBezTo>
                  <a:pt x="63012" y="7973"/>
                  <a:pt x="59176" y="7173"/>
                  <a:pt x="55040" y="7239"/>
                </a:cubicBezTo>
                <a:cubicBezTo>
                  <a:pt x="47334" y="7506"/>
                  <a:pt x="40663" y="10675"/>
                  <a:pt x="33891" y="14144"/>
                </a:cubicBezTo>
                <a:cubicBezTo>
                  <a:pt x="26986" y="17680"/>
                  <a:pt x="19281" y="20916"/>
                  <a:pt x="11609" y="17513"/>
                </a:cubicBezTo>
                <a:cubicBezTo>
                  <a:pt x="5004" y="14578"/>
                  <a:pt x="501" y="7506"/>
                  <a:pt x="801" y="334"/>
                </a:cubicBezTo>
                <a:cubicBezTo>
                  <a:pt x="868" y="1"/>
                  <a:pt x="267" y="1"/>
                  <a:pt x="267" y="43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446975" y="1870148"/>
            <a:ext cx="4864500" cy="64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 sz="45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2444575" y="2758163"/>
            <a:ext cx="4866900" cy="136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7916175" y="4193400"/>
            <a:ext cx="1538510" cy="1000431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3"/>
          <p:cNvSpPr/>
          <p:nvPr/>
        </p:nvSpPr>
        <p:spPr>
          <a:xfrm rot="5400000">
            <a:off x="213009" y="3380700"/>
            <a:ext cx="1000431" cy="2971193"/>
          </a:xfrm>
          <a:custGeom>
            <a:avLst/>
            <a:gdLst/>
            <a:ahLst/>
            <a:cxnLst/>
            <a:rect l="l" t="t" r="r" b="b"/>
            <a:pathLst>
              <a:path w="8941" h="26554" extrusionOk="0">
                <a:moveTo>
                  <a:pt x="4437" y="535"/>
                </a:moveTo>
                <a:cubicBezTo>
                  <a:pt x="2269" y="1335"/>
                  <a:pt x="701" y="3570"/>
                  <a:pt x="334" y="5938"/>
                </a:cubicBezTo>
                <a:cubicBezTo>
                  <a:pt x="0" y="8340"/>
                  <a:pt x="834" y="10775"/>
                  <a:pt x="2402" y="12510"/>
                </a:cubicBezTo>
                <a:cubicBezTo>
                  <a:pt x="3469" y="13711"/>
                  <a:pt x="4870" y="14611"/>
                  <a:pt x="5571" y="16079"/>
                </a:cubicBezTo>
                <a:cubicBezTo>
                  <a:pt x="6538" y="18181"/>
                  <a:pt x="5804" y="20682"/>
                  <a:pt x="5237" y="22917"/>
                </a:cubicBezTo>
                <a:cubicBezTo>
                  <a:pt x="4937" y="24085"/>
                  <a:pt x="4670" y="25352"/>
                  <a:pt x="4670" y="26553"/>
                </a:cubicBezTo>
                <a:lnTo>
                  <a:pt x="8940" y="26553"/>
                </a:lnTo>
                <a:lnTo>
                  <a:pt x="8940" y="434"/>
                </a:lnTo>
                <a:cubicBezTo>
                  <a:pt x="7406" y="68"/>
                  <a:pt x="5871" y="1"/>
                  <a:pt x="4437" y="5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-681475" y="-849132"/>
            <a:ext cx="2789405" cy="2016024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7377925" y="3965475"/>
            <a:ext cx="1917225" cy="1847175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2"/>
          </p:nvPr>
        </p:nvSpPr>
        <p:spPr>
          <a:xfrm>
            <a:off x="1698000" y="1607750"/>
            <a:ext cx="2741700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"/>
          </p:nvPr>
        </p:nvSpPr>
        <p:spPr>
          <a:xfrm>
            <a:off x="1698900" y="2304824"/>
            <a:ext cx="2739900" cy="5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3" hasCustomPrompt="1"/>
          </p:nvPr>
        </p:nvSpPr>
        <p:spPr>
          <a:xfrm>
            <a:off x="815358" y="1647350"/>
            <a:ext cx="6789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4"/>
          </p:nvPr>
        </p:nvSpPr>
        <p:spPr>
          <a:xfrm>
            <a:off x="1671845" y="3152150"/>
            <a:ext cx="2741700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5"/>
          </p:nvPr>
        </p:nvSpPr>
        <p:spPr>
          <a:xfrm>
            <a:off x="1672746" y="3848766"/>
            <a:ext cx="2739900" cy="5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6" hasCustomPrompt="1"/>
          </p:nvPr>
        </p:nvSpPr>
        <p:spPr>
          <a:xfrm>
            <a:off x="813816" y="3172850"/>
            <a:ext cx="6789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7"/>
          </p:nvPr>
        </p:nvSpPr>
        <p:spPr>
          <a:xfrm>
            <a:off x="5685076" y="1626650"/>
            <a:ext cx="2745600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R="45720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8"/>
          </p:nvPr>
        </p:nvSpPr>
        <p:spPr>
          <a:xfrm>
            <a:off x="5685928" y="2304288"/>
            <a:ext cx="2744100" cy="5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9" hasCustomPrompt="1"/>
          </p:nvPr>
        </p:nvSpPr>
        <p:spPr>
          <a:xfrm>
            <a:off x="4829393" y="1647361"/>
            <a:ext cx="6771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3"/>
          </p:nvPr>
        </p:nvSpPr>
        <p:spPr>
          <a:xfrm>
            <a:off x="5685076" y="3152150"/>
            <a:ext cx="2745600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R="45720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4"/>
          </p:nvPr>
        </p:nvSpPr>
        <p:spPr>
          <a:xfrm>
            <a:off x="5685928" y="3849660"/>
            <a:ext cx="2744100" cy="5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5" hasCustomPrompt="1"/>
          </p:nvPr>
        </p:nvSpPr>
        <p:spPr>
          <a:xfrm>
            <a:off x="4829393" y="3172856"/>
            <a:ext cx="6771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4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 rot="10800000">
            <a:off x="7126268" y="-29887"/>
            <a:ext cx="2117712" cy="1377063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4"/>
          <p:cNvSpPr/>
          <p:nvPr/>
        </p:nvSpPr>
        <p:spPr>
          <a:xfrm rot="10800000">
            <a:off x="-3093192" y="2632759"/>
            <a:ext cx="4684127" cy="3017491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4"/>
          <p:cNvSpPr/>
          <p:nvPr/>
        </p:nvSpPr>
        <p:spPr>
          <a:xfrm rot="10800000">
            <a:off x="-3346390" y="1967594"/>
            <a:ext cx="5871840" cy="3682656"/>
          </a:xfrm>
          <a:custGeom>
            <a:avLst/>
            <a:gdLst/>
            <a:ahLst/>
            <a:cxnLst/>
            <a:rect l="l" t="t" r="r" b="b"/>
            <a:pathLst>
              <a:path w="123022" h="77156" extrusionOk="0">
                <a:moveTo>
                  <a:pt x="5338" y="334"/>
                </a:moveTo>
                <a:cubicBezTo>
                  <a:pt x="0" y="9707"/>
                  <a:pt x="4504" y="20548"/>
                  <a:pt x="12242" y="26986"/>
                </a:cubicBezTo>
                <a:cubicBezTo>
                  <a:pt x="16345" y="30355"/>
                  <a:pt x="21582" y="31990"/>
                  <a:pt x="25519" y="35626"/>
                </a:cubicBezTo>
                <a:cubicBezTo>
                  <a:pt x="30622" y="40363"/>
                  <a:pt x="29121" y="47801"/>
                  <a:pt x="27754" y="53806"/>
                </a:cubicBezTo>
                <a:cubicBezTo>
                  <a:pt x="26586" y="58876"/>
                  <a:pt x="25585" y="64380"/>
                  <a:pt x="28521" y="69083"/>
                </a:cubicBezTo>
                <a:cubicBezTo>
                  <a:pt x="31089" y="73253"/>
                  <a:pt x="36526" y="75421"/>
                  <a:pt x="41130" y="76088"/>
                </a:cubicBezTo>
                <a:cubicBezTo>
                  <a:pt x="46600" y="76889"/>
                  <a:pt x="51537" y="74254"/>
                  <a:pt x="55907" y="71351"/>
                </a:cubicBezTo>
                <a:cubicBezTo>
                  <a:pt x="60977" y="67982"/>
                  <a:pt x="65614" y="63913"/>
                  <a:pt x="71451" y="61845"/>
                </a:cubicBezTo>
                <a:cubicBezTo>
                  <a:pt x="76121" y="60177"/>
                  <a:pt x="81225" y="60143"/>
                  <a:pt x="86095" y="60577"/>
                </a:cubicBezTo>
                <a:cubicBezTo>
                  <a:pt x="91466" y="61077"/>
                  <a:pt x="97103" y="62145"/>
                  <a:pt x="102007" y="64413"/>
                </a:cubicBezTo>
                <a:cubicBezTo>
                  <a:pt x="109412" y="67849"/>
                  <a:pt x="114315" y="75221"/>
                  <a:pt x="122488" y="77056"/>
                </a:cubicBezTo>
                <a:cubicBezTo>
                  <a:pt x="122855" y="77156"/>
                  <a:pt x="123022" y="76555"/>
                  <a:pt x="122655" y="76488"/>
                </a:cubicBezTo>
                <a:cubicBezTo>
                  <a:pt x="117184" y="75254"/>
                  <a:pt x="113014" y="71418"/>
                  <a:pt x="108745" y="68082"/>
                </a:cubicBezTo>
                <a:cubicBezTo>
                  <a:pt x="104342" y="64680"/>
                  <a:pt x="99772" y="62545"/>
                  <a:pt x="94334" y="61344"/>
                </a:cubicBezTo>
                <a:cubicBezTo>
                  <a:pt x="88497" y="60043"/>
                  <a:pt x="82393" y="59343"/>
                  <a:pt x="76422" y="60077"/>
                </a:cubicBezTo>
                <a:cubicBezTo>
                  <a:pt x="70751" y="60811"/>
                  <a:pt x="65947" y="63546"/>
                  <a:pt x="61378" y="66748"/>
                </a:cubicBezTo>
                <a:cubicBezTo>
                  <a:pt x="56441" y="70217"/>
                  <a:pt x="51571" y="74354"/>
                  <a:pt x="45466" y="75488"/>
                </a:cubicBezTo>
                <a:cubicBezTo>
                  <a:pt x="39295" y="76655"/>
                  <a:pt x="31423" y="73320"/>
                  <a:pt x="28421" y="67716"/>
                </a:cubicBezTo>
                <a:cubicBezTo>
                  <a:pt x="25252" y="61811"/>
                  <a:pt x="28621" y="54239"/>
                  <a:pt x="29521" y="48168"/>
                </a:cubicBezTo>
                <a:cubicBezTo>
                  <a:pt x="30189" y="43398"/>
                  <a:pt x="29388" y="38695"/>
                  <a:pt x="25919" y="35192"/>
                </a:cubicBezTo>
                <a:cubicBezTo>
                  <a:pt x="23717" y="32991"/>
                  <a:pt x="20749" y="31556"/>
                  <a:pt x="18047" y="30122"/>
                </a:cubicBezTo>
                <a:cubicBezTo>
                  <a:pt x="14778" y="28321"/>
                  <a:pt x="11842" y="26152"/>
                  <a:pt x="9340" y="23384"/>
                </a:cubicBezTo>
                <a:cubicBezTo>
                  <a:pt x="3736" y="17313"/>
                  <a:pt x="1602" y="8106"/>
                  <a:pt x="5871" y="701"/>
                </a:cubicBezTo>
                <a:cubicBezTo>
                  <a:pt x="6071" y="301"/>
                  <a:pt x="5538" y="0"/>
                  <a:pt x="5338" y="33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1595700" y="3157300"/>
            <a:ext cx="5952600" cy="3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2100" b="1"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1595700" y="1611800"/>
            <a:ext cx="5951400" cy="129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 rot="10800000" flipH="1">
            <a:off x="6726600" y="-233325"/>
            <a:ext cx="2947210" cy="1506323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/>
          <p:cNvSpPr/>
          <p:nvPr/>
        </p:nvSpPr>
        <p:spPr>
          <a:xfrm rot="10800000" flipH="1">
            <a:off x="-798250" y="3199269"/>
            <a:ext cx="3075543" cy="2222829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/>
          <p:nvPr/>
        </p:nvSpPr>
        <p:spPr>
          <a:xfrm rot="10369521" flipH="1">
            <a:off x="-177835" y="3407852"/>
            <a:ext cx="2155859" cy="1948081"/>
          </a:xfrm>
          <a:custGeom>
            <a:avLst/>
            <a:gdLst/>
            <a:ahLst/>
            <a:cxnLst/>
            <a:rect l="l" t="t" r="r" b="b"/>
            <a:pathLst>
              <a:path w="69217" h="62546" extrusionOk="0">
                <a:moveTo>
                  <a:pt x="68549" y="368"/>
                </a:moveTo>
                <a:cubicBezTo>
                  <a:pt x="68015" y="5004"/>
                  <a:pt x="65680" y="9007"/>
                  <a:pt x="62211" y="12043"/>
                </a:cubicBezTo>
                <a:cubicBezTo>
                  <a:pt x="58542" y="15312"/>
                  <a:pt x="54005" y="16446"/>
                  <a:pt x="49202" y="16313"/>
                </a:cubicBezTo>
                <a:cubicBezTo>
                  <a:pt x="44932" y="16179"/>
                  <a:pt x="41163" y="16413"/>
                  <a:pt x="38327" y="19948"/>
                </a:cubicBezTo>
                <a:cubicBezTo>
                  <a:pt x="35592" y="23284"/>
                  <a:pt x="35559" y="27821"/>
                  <a:pt x="35259" y="31857"/>
                </a:cubicBezTo>
                <a:cubicBezTo>
                  <a:pt x="34825" y="37328"/>
                  <a:pt x="32824" y="41564"/>
                  <a:pt x="27553" y="43766"/>
                </a:cubicBezTo>
                <a:cubicBezTo>
                  <a:pt x="23550" y="45433"/>
                  <a:pt x="19080" y="45433"/>
                  <a:pt x="14844" y="45667"/>
                </a:cubicBezTo>
                <a:cubicBezTo>
                  <a:pt x="11141" y="45867"/>
                  <a:pt x="7305" y="46501"/>
                  <a:pt x="4470" y="49136"/>
                </a:cubicBezTo>
                <a:cubicBezTo>
                  <a:pt x="1201" y="52172"/>
                  <a:pt x="467" y="57942"/>
                  <a:pt x="33" y="62145"/>
                </a:cubicBezTo>
                <a:cubicBezTo>
                  <a:pt x="0" y="62546"/>
                  <a:pt x="634" y="62546"/>
                  <a:pt x="667" y="62145"/>
                </a:cubicBezTo>
                <a:cubicBezTo>
                  <a:pt x="1234" y="56541"/>
                  <a:pt x="2469" y="49803"/>
                  <a:pt x="8239" y="47468"/>
                </a:cubicBezTo>
                <a:cubicBezTo>
                  <a:pt x="12342" y="45800"/>
                  <a:pt x="17079" y="46367"/>
                  <a:pt x="21382" y="45867"/>
                </a:cubicBezTo>
                <a:cubicBezTo>
                  <a:pt x="24751" y="45500"/>
                  <a:pt x="28520" y="44633"/>
                  <a:pt x="31222" y="42398"/>
                </a:cubicBezTo>
                <a:cubicBezTo>
                  <a:pt x="34525" y="39696"/>
                  <a:pt x="35492" y="35993"/>
                  <a:pt x="35859" y="31857"/>
                </a:cubicBezTo>
                <a:cubicBezTo>
                  <a:pt x="36326" y="26720"/>
                  <a:pt x="36493" y="21016"/>
                  <a:pt x="41396" y="17980"/>
                </a:cubicBezTo>
                <a:cubicBezTo>
                  <a:pt x="43698" y="16613"/>
                  <a:pt x="46667" y="16813"/>
                  <a:pt x="49202" y="16880"/>
                </a:cubicBezTo>
                <a:cubicBezTo>
                  <a:pt x="51337" y="16946"/>
                  <a:pt x="53372" y="16846"/>
                  <a:pt x="55440" y="16313"/>
                </a:cubicBezTo>
                <a:cubicBezTo>
                  <a:pt x="62745" y="14478"/>
                  <a:pt x="68349" y="7706"/>
                  <a:pt x="69183" y="334"/>
                </a:cubicBezTo>
                <a:cubicBezTo>
                  <a:pt x="69216" y="1"/>
                  <a:pt x="68582" y="1"/>
                  <a:pt x="68549" y="3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 rot="10800000" flipH="1">
            <a:off x="7318425" y="-149877"/>
            <a:ext cx="1917225" cy="1847175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2140950" y="1473238"/>
            <a:ext cx="4864500" cy="80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 sz="45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ubTitle" idx="1"/>
          </p:nvPr>
        </p:nvSpPr>
        <p:spPr>
          <a:xfrm>
            <a:off x="2138550" y="2361274"/>
            <a:ext cx="4866900" cy="125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-21275" y="-60700"/>
            <a:ext cx="2635657" cy="1136802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/>
          <p:nvPr/>
        </p:nvSpPr>
        <p:spPr>
          <a:xfrm rot="10800000">
            <a:off x="6034253" y="4475810"/>
            <a:ext cx="3336125" cy="833615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776299" y="3228725"/>
            <a:ext cx="23133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subTitle" idx="1"/>
          </p:nvPr>
        </p:nvSpPr>
        <p:spPr>
          <a:xfrm>
            <a:off x="778249" y="3718907"/>
            <a:ext cx="2309400" cy="79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title" idx="2"/>
          </p:nvPr>
        </p:nvSpPr>
        <p:spPr>
          <a:xfrm>
            <a:off x="3415350" y="3228725"/>
            <a:ext cx="23133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ubTitle" idx="3"/>
          </p:nvPr>
        </p:nvSpPr>
        <p:spPr>
          <a:xfrm>
            <a:off x="3415350" y="3718907"/>
            <a:ext cx="2313300" cy="79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title" idx="4"/>
          </p:nvPr>
        </p:nvSpPr>
        <p:spPr>
          <a:xfrm>
            <a:off x="6031851" y="3228725"/>
            <a:ext cx="23133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ubTitle" idx="5"/>
          </p:nvPr>
        </p:nvSpPr>
        <p:spPr>
          <a:xfrm>
            <a:off x="6031851" y="3718907"/>
            <a:ext cx="2313300" cy="79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 idx="6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7749100" y="3505025"/>
            <a:ext cx="1917225" cy="1847175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 flipH="1">
            <a:off x="5818606" y="-1008971"/>
            <a:ext cx="3641723" cy="3911762"/>
          </a:xfrm>
          <a:custGeom>
            <a:avLst/>
            <a:gdLst/>
            <a:ahLst/>
            <a:cxnLst/>
            <a:rect l="l" t="t" r="r" b="b"/>
            <a:pathLst>
              <a:path w="53539" h="57509" extrusionOk="0">
                <a:moveTo>
                  <a:pt x="8006" y="49169"/>
                </a:moveTo>
                <a:cubicBezTo>
                  <a:pt x="8307" y="47268"/>
                  <a:pt x="7973" y="45333"/>
                  <a:pt x="8273" y="43399"/>
                </a:cubicBezTo>
                <a:cubicBezTo>
                  <a:pt x="8707" y="40330"/>
                  <a:pt x="10942" y="37528"/>
                  <a:pt x="13844" y="36327"/>
                </a:cubicBezTo>
                <a:cubicBezTo>
                  <a:pt x="16646" y="35193"/>
                  <a:pt x="19815" y="35526"/>
                  <a:pt x="22817" y="35393"/>
                </a:cubicBezTo>
                <a:cubicBezTo>
                  <a:pt x="25819" y="35259"/>
                  <a:pt x="29188" y="34425"/>
                  <a:pt x="30789" y="31890"/>
                </a:cubicBezTo>
                <a:cubicBezTo>
                  <a:pt x="31523" y="30689"/>
                  <a:pt x="31790" y="29255"/>
                  <a:pt x="32057" y="27887"/>
                </a:cubicBezTo>
                <a:cubicBezTo>
                  <a:pt x="32524" y="25753"/>
                  <a:pt x="33058" y="23651"/>
                  <a:pt x="34158" y="21750"/>
                </a:cubicBezTo>
                <a:cubicBezTo>
                  <a:pt x="35226" y="19882"/>
                  <a:pt x="36994" y="18314"/>
                  <a:pt x="39129" y="17847"/>
                </a:cubicBezTo>
                <a:cubicBezTo>
                  <a:pt x="40530" y="17547"/>
                  <a:pt x="42031" y="17747"/>
                  <a:pt x="43498" y="17680"/>
                </a:cubicBezTo>
                <a:cubicBezTo>
                  <a:pt x="47368" y="17413"/>
                  <a:pt x="50837" y="14978"/>
                  <a:pt x="53205" y="11876"/>
                </a:cubicBezTo>
                <a:cubicBezTo>
                  <a:pt x="53339" y="11709"/>
                  <a:pt x="53405" y="11576"/>
                  <a:pt x="53539" y="11409"/>
                </a:cubicBezTo>
                <a:cubicBezTo>
                  <a:pt x="52505" y="9541"/>
                  <a:pt x="51404" y="7473"/>
                  <a:pt x="49369" y="6706"/>
                </a:cubicBezTo>
                <a:cubicBezTo>
                  <a:pt x="45867" y="5405"/>
                  <a:pt x="42398" y="8974"/>
                  <a:pt x="38695" y="9241"/>
                </a:cubicBezTo>
                <a:cubicBezTo>
                  <a:pt x="35726" y="9508"/>
                  <a:pt x="33058" y="7673"/>
                  <a:pt x="30522" y="6072"/>
                </a:cubicBezTo>
                <a:cubicBezTo>
                  <a:pt x="24718" y="2536"/>
                  <a:pt x="17513" y="1"/>
                  <a:pt x="11209" y="2536"/>
                </a:cubicBezTo>
                <a:cubicBezTo>
                  <a:pt x="9674" y="3170"/>
                  <a:pt x="8206" y="4070"/>
                  <a:pt x="6972" y="5171"/>
                </a:cubicBezTo>
                <a:cubicBezTo>
                  <a:pt x="4504" y="7306"/>
                  <a:pt x="2636" y="10141"/>
                  <a:pt x="1668" y="13244"/>
                </a:cubicBezTo>
                <a:cubicBezTo>
                  <a:pt x="167" y="18181"/>
                  <a:pt x="835" y="23651"/>
                  <a:pt x="1" y="28688"/>
                </a:cubicBezTo>
                <a:lnTo>
                  <a:pt x="1" y="57509"/>
                </a:lnTo>
                <a:cubicBezTo>
                  <a:pt x="134" y="57442"/>
                  <a:pt x="267" y="57409"/>
                  <a:pt x="368" y="57409"/>
                </a:cubicBezTo>
                <a:cubicBezTo>
                  <a:pt x="4204" y="56274"/>
                  <a:pt x="7439" y="53072"/>
                  <a:pt x="8006" y="49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/>
          <p:cNvSpPr/>
          <p:nvPr/>
        </p:nvSpPr>
        <p:spPr>
          <a:xfrm flipH="1">
            <a:off x="6437789" y="909179"/>
            <a:ext cx="1080149" cy="1062207"/>
          </a:xfrm>
          <a:custGeom>
            <a:avLst/>
            <a:gdLst/>
            <a:ahLst/>
            <a:cxnLst/>
            <a:rect l="l" t="t" r="r" b="b"/>
            <a:pathLst>
              <a:path w="28054" h="27588" extrusionOk="0">
                <a:moveTo>
                  <a:pt x="20915" y="1969"/>
                </a:moveTo>
                <a:cubicBezTo>
                  <a:pt x="20548" y="1635"/>
                  <a:pt x="20114" y="1302"/>
                  <a:pt x="19647" y="1035"/>
                </a:cubicBezTo>
                <a:cubicBezTo>
                  <a:pt x="17779" y="1"/>
                  <a:pt x="15244" y="168"/>
                  <a:pt x="13576" y="1535"/>
                </a:cubicBezTo>
                <a:cubicBezTo>
                  <a:pt x="11608" y="3070"/>
                  <a:pt x="10608" y="5805"/>
                  <a:pt x="9707" y="8040"/>
                </a:cubicBezTo>
                <a:cubicBezTo>
                  <a:pt x="9640" y="8173"/>
                  <a:pt x="9607" y="8240"/>
                  <a:pt x="9574" y="8374"/>
                </a:cubicBezTo>
                <a:cubicBezTo>
                  <a:pt x="8573" y="10809"/>
                  <a:pt x="7305" y="12043"/>
                  <a:pt x="4970" y="13411"/>
                </a:cubicBezTo>
                <a:cubicBezTo>
                  <a:pt x="4136" y="13911"/>
                  <a:pt x="3236" y="14411"/>
                  <a:pt x="2569" y="15145"/>
                </a:cubicBezTo>
                <a:cubicBezTo>
                  <a:pt x="0" y="17714"/>
                  <a:pt x="934" y="22417"/>
                  <a:pt x="3769" y="24685"/>
                </a:cubicBezTo>
                <a:cubicBezTo>
                  <a:pt x="7439" y="27587"/>
                  <a:pt x="12876" y="26853"/>
                  <a:pt x="17179" y="25019"/>
                </a:cubicBezTo>
                <a:cubicBezTo>
                  <a:pt x="17980" y="24685"/>
                  <a:pt x="18747" y="24318"/>
                  <a:pt x="19481" y="23885"/>
                </a:cubicBezTo>
                <a:cubicBezTo>
                  <a:pt x="21182" y="22917"/>
                  <a:pt x="22783" y="21750"/>
                  <a:pt x="23984" y="20215"/>
                </a:cubicBezTo>
                <a:cubicBezTo>
                  <a:pt x="28053" y="14978"/>
                  <a:pt x="25652" y="6072"/>
                  <a:pt x="20915" y="19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7"/>
          <p:cNvSpPr/>
          <p:nvPr/>
        </p:nvSpPr>
        <p:spPr>
          <a:xfrm rot="10800000">
            <a:off x="5526361" y="3306202"/>
            <a:ext cx="3897993" cy="1992042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-19325" y="-87300"/>
            <a:ext cx="3138011" cy="1353475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title"/>
          </p:nvPr>
        </p:nvSpPr>
        <p:spPr>
          <a:xfrm>
            <a:off x="1709188" y="1440719"/>
            <a:ext cx="3264300" cy="4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1"/>
          </p:nvPr>
        </p:nvSpPr>
        <p:spPr>
          <a:xfrm>
            <a:off x="1708738" y="1936372"/>
            <a:ext cx="3265200" cy="17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5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929675" y="4535527"/>
            <a:ext cx="4002127" cy="748110"/>
          </a:xfrm>
          <a:custGeom>
            <a:avLst/>
            <a:gdLst/>
            <a:ahLst/>
            <a:cxnLst/>
            <a:rect l="l" t="t" r="r" b="b"/>
            <a:pathLst>
              <a:path w="85129" h="15913" extrusionOk="0">
                <a:moveTo>
                  <a:pt x="81192" y="11976"/>
                </a:moveTo>
                <a:cubicBezTo>
                  <a:pt x="76022" y="6973"/>
                  <a:pt x="68016" y="4037"/>
                  <a:pt x="61511" y="7073"/>
                </a:cubicBezTo>
                <a:cubicBezTo>
                  <a:pt x="58643" y="8407"/>
                  <a:pt x="56207" y="10575"/>
                  <a:pt x="53005" y="11075"/>
                </a:cubicBezTo>
                <a:cubicBezTo>
                  <a:pt x="51437" y="11342"/>
                  <a:pt x="49803" y="11242"/>
                  <a:pt x="48202" y="10975"/>
                </a:cubicBezTo>
                <a:cubicBezTo>
                  <a:pt x="46434" y="10608"/>
                  <a:pt x="44666" y="10008"/>
                  <a:pt x="43031" y="9241"/>
                </a:cubicBezTo>
                <a:cubicBezTo>
                  <a:pt x="38795" y="7239"/>
                  <a:pt x="34992" y="4304"/>
                  <a:pt x="30689" y="2403"/>
                </a:cubicBezTo>
                <a:cubicBezTo>
                  <a:pt x="26353" y="568"/>
                  <a:pt x="21016" y="1"/>
                  <a:pt x="17180" y="2803"/>
                </a:cubicBezTo>
                <a:cubicBezTo>
                  <a:pt x="15745" y="3870"/>
                  <a:pt x="14611" y="5338"/>
                  <a:pt x="13143" y="6405"/>
                </a:cubicBezTo>
                <a:cubicBezTo>
                  <a:pt x="10942" y="8040"/>
                  <a:pt x="8140" y="8640"/>
                  <a:pt x="5671" y="9741"/>
                </a:cubicBezTo>
                <a:cubicBezTo>
                  <a:pt x="3336" y="10842"/>
                  <a:pt x="1335" y="13210"/>
                  <a:pt x="1" y="15912"/>
                </a:cubicBezTo>
                <a:lnTo>
                  <a:pt x="44032" y="15912"/>
                </a:lnTo>
                <a:lnTo>
                  <a:pt x="85128" y="15912"/>
                </a:lnTo>
                <a:cubicBezTo>
                  <a:pt x="83727" y="14678"/>
                  <a:pt x="82526" y="13244"/>
                  <a:pt x="81192" y="1197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-40125" y="-49167"/>
            <a:ext cx="2605145" cy="650961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7615100" y="3954513"/>
            <a:ext cx="1917225" cy="1847175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9"/>
          <p:cNvSpPr/>
          <p:nvPr/>
        </p:nvSpPr>
        <p:spPr>
          <a:xfrm rot="10800000" flipH="1">
            <a:off x="-79600" y="-109724"/>
            <a:ext cx="2755853" cy="596752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905375" y="2156701"/>
            <a:ext cx="2094000" cy="41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1"/>
          </p:nvPr>
        </p:nvSpPr>
        <p:spPr>
          <a:xfrm>
            <a:off x="907862" y="2737725"/>
            <a:ext cx="2093100" cy="102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 idx="2"/>
          </p:nvPr>
        </p:nvSpPr>
        <p:spPr>
          <a:xfrm>
            <a:off x="6144625" y="2015125"/>
            <a:ext cx="2094000" cy="41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3"/>
          </p:nvPr>
        </p:nvSpPr>
        <p:spPr>
          <a:xfrm>
            <a:off x="6144637" y="2589995"/>
            <a:ext cx="2094000" cy="10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 idx="4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-804300" y="4317374"/>
            <a:ext cx="2023768" cy="1315931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0"/>
          <p:cNvSpPr/>
          <p:nvPr/>
        </p:nvSpPr>
        <p:spPr>
          <a:xfrm flipH="1">
            <a:off x="5818606" y="-1008971"/>
            <a:ext cx="3641723" cy="3911762"/>
          </a:xfrm>
          <a:custGeom>
            <a:avLst/>
            <a:gdLst/>
            <a:ahLst/>
            <a:cxnLst/>
            <a:rect l="l" t="t" r="r" b="b"/>
            <a:pathLst>
              <a:path w="53539" h="57509" extrusionOk="0">
                <a:moveTo>
                  <a:pt x="8006" y="49169"/>
                </a:moveTo>
                <a:cubicBezTo>
                  <a:pt x="8307" y="47268"/>
                  <a:pt x="7973" y="45333"/>
                  <a:pt x="8273" y="43399"/>
                </a:cubicBezTo>
                <a:cubicBezTo>
                  <a:pt x="8707" y="40330"/>
                  <a:pt x="10942" y="37528"/>
                  <a:pt x="13844" y="36327"/>
                </a:cubicBezTo>
                <a:cubicBezTo>
                  <a:pt x="16646" y="35193"/>
                  <a:pt x="19815" y="35526"/>
                  <a:pt x="22817" y="35393"/>
                </a:cubicBezTo>
                <a:cubicBezTo>
                  <a:pt x="25819" y="35259"/>
                  <a:pt x="29188" y="34425"/>
                  <a:pt x="30789" y="31890"/>
                </a:cubicBezTo>
                <a:cubicBezTo>
                  <a:pt x="31523" y="30689"/>
                  <a:pt x="31790" y="29255"/>
                  <a:pt x="32057" y="27887"/>
                </a:cubicBezTo>
                <a:cubicBezTo>
                  <a:pt x="32524" y="25753"/>
                  <a:pt x="33058" y="23651"/>
                  <a:pt x="34158" y="21750"/>
                </a:cubicBezTo>
                <a:cubicBezTo>
                  <a:pt x="35226" y="19882"/>
                  <a:pt x="36994" y="18314"/>
                  <a:pt x="39129" y="17847"/>
                </a:cubicBezTo>
                <a:cubicBezTo>
                  <a:pt x="40530" y="17547"/>
                  <a:pt x="42031" y="17747"/>
                  <a:pt x="43498" y="17680"/>
                </a:cubicBezTo>
                <a:cubicBezTo>
                  <a:pt x="47368" y="17413"/>
                  <a:pt x="50837" y="14978"/>
                  <a:pt x="53205" y="11876"/>
                </a:cubicBezTo>
                <a:cubicBezTo>
                  <a:pt x="53339" y="11709"/>
                  <a:pt x="53405" y="11576"/>
                  <a:pt x="53539" y="11409"/>
                </a:cubicBezTo>
                <a:cubicBezTo>
                  <a:pt x="52505" y="9541"/>
                  <a:pt x="51404" y="7473"/>
                  <a:pt x="49369" y="6706"/>
                </a:cubicBezTo>
                <a:cubicBezTo>
                  <a:pt x="45867" y="5405"/>
                  <a:pt x="42398" y="8974"/>
                  <a:pt x="38695" y="9241"/>
                </a:cubicBezTo>
                <a:cubicBezTo>
                  <a:pt x="35726" y="9508"/>
                  <a:pt x="33058" y="7673"/>
                  <a:pt x="30522" y="6072"/>
                </a:cubicBezTo>
                <a:cubicBezTo>
                  <a:pt x="24718" y="2536"/>
                  <a:pt x="17513" y="1"/>
                  <a:pt x="11209" y="2536"/>
                </a:cubicBezTo>
                <a:cubicBezTo>
                  <a:pt x="9674" y="3170"/>
                  <a:pt x="8206" y="4070"/>
                  <a:pt x="6972" y="5171"/>
                </a:cubicBezTo>
                <a:cubicBezTo>
                  <a:pt x="4504" y="7306"/>
                  <a:pt x="2636" y="10141"/>
                  <a:pt x="1668" y="13244"/>
                </a:cubicBezTo>
                <a:cubicBezTo>
                  <a:pt x="167" y="18181"/>
                  <a:pt x="835" y="23651"/>
                  <a:pt x="1" y="28688"/>
                </a:cubicBezTo>
                <a:lnTo>
                  <a:pt x="1" y="57509"/>
                </a:lnTo>
                <a:cubicBezTo>
                  <a:pt x="134" y="57442"/>
                  <a:pt x="267" y="57409"/>
                  <a:pt x="368" y="57409"/>
                </a:cubicBezTo>
                <a:cubicBezTo>
                  <a:pt x="4204" y="56274"/>
                  <a:pt x="7439" y="53072"/>
                  <a:pt x="8006" y="491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0"/>
          <p:cNvSpPr/>
          <p:nvPr/>
        </p:nvSpPr>
        <p:spPr>
          <a:xfrm rot="3180931">
            <a:off x="6093995" y="-214534"/>
            <a:ext cx="3897900" cy="1991995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 idx="2"/>
          </p:nvPr>
        </p:nvSpPr>
        <p:spPr>
          <a:xfrm>
            <a:off x="1307600" y="2661175"/>
            <a:ext cx="18837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1"/>
          </p:nvPr>
        </p:nvSpPr>
        <p:spPr>
          <a:xfrm>
            <a:off x="1305650" y="3151350"/>
            <a:ext cx="1887600" cy="79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title" idx="3" hasCustomPrompt="1"/>
          </p:nvPr>
        </p:nvSpPr>
        <p:spPr>
          <a:xfrm>
            <a:off x="1831550" y="1558700"/>
            <a:ext cx="835800" cy="83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title" idx="4"/>
          </p:nvPr>
        </p:nvSpPr>
        <p:spPr>
          <a:xfrm>
            <a:off x="3630150" y="2661175"/>
            <a:ext cx="18837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5"/>
          </p:nvPr>
        </p:nvSpPr>
        <p:spPr>
          <a:xfrm>
            <a:off x="3628200" y="3151350"/>
            <a:ext cx="1887600" cy="79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title" idx="6" hasCustomPrompt="1"/>
          </p:nvPr>
        </p:nvSpPr>
        <p:spPr>
          <a:xfrm>
            <a:off x="4154100" y="1571491"/>
            <a:ext cx="835800" cy="83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3" name="Google Shape;153;p20"/>
          <p:cNvSpPr txBox="1">
            <a:spLocks noGrp="1"/>
          </p:cNvSpPr>
          <p:nvPr>
            <p:ph type="title" idx="7"/>
          </p:nvPr>
        </p:nvSpPr>
        <p:spPr>
          <a:xfrm>
            <a:off x="5952700" y="2661175"/>
            <a:ext cx="18837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8"/>
          </p:nvPr>
        </p:nvSpPr>
        <p:spPr>
          <a:xfrm>
            <a:off x="5950750" y="3151350"/>
            <a:ext cx="1887600" cy="79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title" idx="9" hasCustomPrompt="1"/>
          </p:nvPr>
        </p:nvSpPr>
        <p:spPr>
          <a:xfrm>
            <a:off x="6476650" y="1558700"/>
            <a:ext cx="835800" cy="83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9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/>
          <p:nvPr/>
        </p:nvSpPr>
        <p:spPr>
          <a:xfrm>
            <a:off x="-66075" y="-105750"/>
            <a:ext cx="2992011" cy="1290503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-828325" y="-294825"/>
            <a:ext cx="1730425" cy="1563650"/>
          </a:xfrm>
          <a:custGeom>
            <a:avLst/>
            <a:gdLst/>
            <a:ahLst/>
            <a:cxnLst/>
            <a:rect l="l" t="t" r="r" b="b"/>
            <a:pathLst>
              <a:path w="69217" h="62546" extrusionOk="0">
                <a:moveTo>
                  <a:pt x="68549" y="368"/>
                </a:moveTo>
                <a:cubicBezTo>
                  <a:pt x="68015" y="5004"/>
                  <a:pt x="65680" y="9007"/>
                  <a:pt x="62211" y="12043"/>
                </a:cubicBezTo>
                <a:cubicBezTo>
                  <a:pt x="58542" y="15312"/>
                  <a:pt x="54005" y="16446"/>
                  <a:pt x="49202" y="16313"/>
                </a:cubicBezTo>
                <a:cubicBezTo>
                  <a:pt x="44932" y="16179"/>
                  <a:pt x="41163" y="16413"/>
                  <a:pt x="38327" y="19948"/>
                </a:cubicBezTo>
                <a:cubicBezTo>
                  <a:pt x="35592" y="23284"/>
                  <a:pt x="35559" y="27821"/>
                  <a:pt x="35259" y="31857"/>
                </a:cubicBezTo>
                <a:cubicBezTo>
                  <a:pt x="34825" y="37328"/>
                  <a:pt x="32824" y="41564"/>
                  <a:pt x="27553" y="43766"/>
                </a:cubicBezTo>
                <a:cubicBezTo>
                  <a:pt x="23550" y="45433"/>
                  <a:pt x="19080" y="45433"/>
                  <a:pt x="14844" y="45667"/>
                </a:cubicBezTo>
                <a:cubicBezTo>
                  <a:pt x="11141" y="45867"/>
                  <a:pt x="7305" y="46501"/>
                  <a:pt x="4470" y="49136"/>
                </a:cubicBezTo>
                <a:cubicBezTo>
                  <a:pt x="1201" y="52172"/>
                  <a:pt x="467" y="57942"/>
                  <a:pt x="33" y="62145"/>
                </a:cubicBezTo>
                <a:cubicBezTo>
                  <a:pt x="0" y="62546"/>
                  <a:pt x="634" y="62546"/>
                  <a:pt x="667" y="62145"/>
                </a:cubicBezTo>
                <a:cubicBezTo>
                  <a:pt x="1234" y="56541"/>
                  <a:pt x="2469" y="49803"/>
                  <a:pt x="8239" y="47468"/>
                </a:cubicBezTo>
                <a:cubicBezTo>
                  <a:pt x="12342" y="45800"/>
                  <a:pt x="17079" y="46367"/>
                  <a:pt x="21382" y="45867"/>
                </a:cubicBezTo>
                <a:cubicBezTo>
                  <a:pt x="24751" y="45500"/>
                  <a:pt x="28520" y="44633"/>
                  <a:pt x="31222" y="42398"/>
                </a:cubicBezTo>
                <a:cubicBezTo>
                  <a:pt x="34525" y="39696"/>
                  <a:pt x="35492" y="35993"/>
                  <a:pt x="35859" y="31857"/>
                </a:cubicBezTo>
                <a:cubicBezTo>
                  <a:pt x="36326" y="26720"/>
                  <a:pt x="36493" y="21016"/>
                  <a:pt x="41396" y="17980"/>
                </a:cubicBezTo>
                <a:cubicBezTo>
                  <a:pt x="43698" y="16613"/>
                  <a:pt x="46667" y="16813"/>
                  <a:pt x="49202" y="16880"/>
                </a:cubicBezTo>
                <a:cubicBezTo>
                  <a:pt x="51337" y="16946"/>
                  <a:pt x="53372" y="16846"/>
                  <a:pt x="55440" y="16313"/>
                </a:cubicBezTo>
                <a:cubicBezTo>
                  <a:pt x="62745" y="14478"/>
                  <a:pt x="68349" y="7706"/>
                  <a:pt x="69183" y="334"/>
                </a:cubicBezTo>
                <a:cubicBezTo>
                  <a:pt x="69216" y="1"/>
                  <a:pt x="68582" y="1"/>
                  <a:pt x="68549" y="3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4"/>
          <p:cNvSpPr/>
          <p:nvPr/>
        </p:nvSpPr>
        <p:spPr>
          <a:xfrm>
            <a:off x="-478150" y="4396125"/>
            <a:ext cx="1569328" cy="802086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4"/>
          <p:cNvSpPr/>
          <p:nvPr/>
        </p:nvSpPr>
        <p:spPr>
          <a:xfrm rot="8999926">
            <a:off x="7710879" y="3997770"/>
            <a:ext cx="2034125" cy="1470151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4"/>
          <p:cNvSpPr/>
          <p:nvPr/>
        </p:nvSpPr>
        <p:spPr>
          <a:xfrm rot="10800000">
            <a:off x="8047508" y="-25560"/>
            <a:ext cx="1178967" cy="766635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title" idx="2"/>
          </p:nvPr>
        </p:nvSpPr>
        <p:spPr>
          <a:xfrm>
            <a:off x="960788" y="2661175"/>
            <a:ext cx="22677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1"/>
          </p:nvPr>
        </p:nvSpPr>
        <p:spPr>
          <a:xfrm>
            <a:off x="961388" y="3151350"/>
            <a:ext cx="22665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title" idx="3"/>
          </p:nvPr>
        </p:nvSpPr>
        <p:spPr>
          <a:xfrm>
            <a:off x="3438150" y="2661175"/>
            <a:ext cx="22677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subTitle" idx="4"/>
          </p:nvPr>
        </p:nvSpPr>
        <p:spPr>
          <a:xfrm>
            <a:off x="3438150" y="1605575"/>
            <a:ext cx="22677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R="9144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title" idx="5"/>
          </p:nvPr>
        </p:nvSpPr>
        <p:spPr>
          <a:xfrm>
            <a:off x="5866850" y="2661175"/>
            <a:ext cx="22677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subTitle" idx="6"/>
          </p:nvPr>
        </p:nvSpPr>
        <p:spPr>
          <a:xfrm>
            <a:off x="5864900" y="3151350"/>
            <a:ext cx="2267700" cy="77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0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/>
          <p:nvPr/>
        </p:nvSpPr>
        <p:spPr>
          <a:xfrm>
            <a:off x="-36275" y="-110175"/>
            <a:ext cx="3335727" cy="1438753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5"/>
          <p:cNvSpPr/>
          <p:nvPr/>
        </p:nvSpPr>
        <p:spPr>
          <a:xfrm rot="10800000">
            <a:off x="5840450" y="3807400"/>
            <a:ext cx="3335727" cy="1438753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6993300" y="4737250"/>
            <a:ext cx="2249125" cy="487025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5"/>
          <p:cNvSpPr/>
          <p:nvPr/>
        </p:nvSpPr>
        <p:spPr>
          <a:xfrm rot="10800000">
            <a:off x="-194050" y="-110175"/>
            <a:ext cx="2249125" cy="487025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1244419" y="3203938"/>
            <a:ext cx="29901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subTitle" idx="1"/>
          </p:nvPr>
        </p:nvSpPr>
        <p:spPr>
          <a:xfrm>
            <a:off x="1242319" y="1948625"/>
            <a:ext cx="2994300" cy="10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title" idx="2"/>
          </p:nvPr>
        </p:nvSpPr>
        <p:spPr>
          <a:xfrm>
            <a:off x="4911581" y="3203938"/>
            <a:ext cx="2990100" cy="2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subTitle" idx="3"/>
          </p:nvPr>
        </p:nvSpPr>
        <p:spPr>
          <a:xfrm>
            <a:off x="4911581" y="1947672"/>
            <a:ext cx="2990100" cy="105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title" idx="4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7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/>
          <p:nvPr/>
        </p:nvSpPr>
        <p:spPr>
          <a:xfrm>
            <a:off x="6430655" y="1855978"/>
            <a:ext cx="6884659" cy="4975843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3"/>
          <p:cNvSpPr/>
          <p:nvPr/>
        </p:nvSpPr>
        <p:spPr>
          <a:xfrm>
            <a:off x="-362825" y="-320375"/>
            <a:ext cx="5841347" cy="2519468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3"/>
          <p:cNvSpPr/>
          <p:nvPr/>
        </p:nvSpPr>
        <p:spPr>
          <a:xfrm>
            <a:off x="6705700" y="2199100"/>
            <a:ext cx="3543224" cy="3413764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7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/>
          <p:nvPr/>
        </p:nvSpPr>
        <p:spPr>
          <a:xfrm>
            <a:off x="-2872720" y="3172028"/>
            <a:ext cx="6884659" cy="4975843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4"/>
          <p:cNvSpPr/>
          <p:nvPr/>
        </p:nvSpPr>
        <p:spPr>
          <a:xfrm flipH="1">
            <a:off x="4764725" y="-224775"/>
            <a:ext cx="5841347" cy="2519468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4"/>
          <p:cNvSpPr/>
          <p:nvPr/>
        </p:nvSpPr>
        <p:spPr>
          <a:xfrm rot="4500029">
            <a:off x="93659" y="2718207"/>
            <a:ext cx="3543161" cy="3413704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3100">
                <a:solidFill>
                  <a:schemeClr val="dk2"/>
                </a:solidFill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●"/>
              <a:defRPr sz="18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5" r:id="rId10"/>
    <p:sldLayoutId id="2147483666" r:id="rId11"/>
    <p:sldLayoutId id="2147483670" r:id="rId12"/>
    <p:sldLayoutId id="2147483671" r:id="rId13"/>
    <p:sldLayoutId id="2147483679" r:id="rId14"/>
    <p:sldLayoutId id="214748368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>
            <a:spLocks noGrp="1"/>
          </p:cNvSpPr>
          <p:nvPr>
            <p:ph type="ctrTitle"/>
          </p:nvPr>
        </p:nvSpPr>
        <p:spPr>
          <a:xfrm>
            <a:off x="1589872" y="1670641"/>
            <a:ext cx="5964251" cy="123295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zh-TW" altLang="en-US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基於 </a:t>
            </a:r>
            <a:r>
              <a:rPr lang="en-US" altLang="zh-TW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HUB8735 Ultra </a:t>
            </a:r>
            <a:r>
              <a:rPr lang="zh-TW" altLang="en-US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的智慧人臉辨識防盜監控系統</a:t>
            </a:r>
            <a:endParaRPr sz="4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2624548" y="3490900"/>
            <a:ext cx="3894900" cy="411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7"/>
          <p:cNvSpPr txBox="1">
            <a:spLocks noGrp="1"/>
          </p:cNvSpPr>
          <p:nvPr>
            <p:ph type="subTitle" idx="1"/>
          </p:nvPr>
        </p:nvSpPr>
        <p:spPr>
          <a:xfrm>
            <a:off x="2790448" y="3549250"/>
            <a:ext cx="35631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第三組</a:t>
            </a:r>
            <a:r>
              <a:rPr lang="en-US" altLang="zh-TW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組員</a:t>
            </a:r>
            <a:r>
              <a:rPr lang="en-US" altLang="zh-TW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廖峻德、黃承恩、邱明邑</a:t>
            </a:r>
            <a:endParaRPr lang="en-US" altLang="zh-TW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/>
          <p:nvPr/>
        </p:nvSpPr>
        <p:spPr>
          <a:xfrm>
            <a:off x="5646068" y="3222964"/>
            <a:ext cx="2789400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9"/>
          <p:cNvSpPr/>
          <p:nvPr/>
        </p:nvSpPr>
        <p:spPr>
          <a:xfrm>
            <a:off x="5640625" y="1721650"/>
            <a:ext cx="2789400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9"/>
          <p:cNvSpPr/>
          <p:nvPr/>
        </p:nvSpPr>
        <p:spPr>
          <a:xfrm>
            <a:off x="1675985" y="3222964"/>
            <a:ext cx="2789400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9"/>
          <p:cNvSpPr/>
          <p:nvPr/>
        </p:nvSpPr>
        <p:spPr>
          <a:xfrm>
            <a:off x="1674150" y="1721650"/>
            <a:ext cx="2789400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9"/>
          <p:cNvSpPr/>
          <p:nvPr/>
        </p:nvSpPr>
        <p:spPr>
          <a:xfrm>
            <a:off x="4751150" y="3074770"/>
            <a:ext cx="8334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9"/>
          <p:cNvSpPr/>
          <p:nvPr/>
        </p:nvSpPr>
        <p:spPr>
          <a:xfrm>
            <a:off x="4751150" y="1550775"/>
            <a:ext cx="8334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9"/>
          <p:cNvSpPr/>
          <p:nvPr/>
        </p:nvSpPr>
        <p:spPr>
          <a:xfrm>
            <a:off x="748577" y="3074764"/>
            <a:ext cx="8358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9"/>
          <p:cNvSpPr/>
          <p:nvPr/>
        </p:nvSpPr>
        <p:spPr>
          <a:xfrm>
            <a:off x="748577" y="1550764"/>
            <a:ext cx="8358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9"/>
          <p:cNvSpPr txBox="1">
            <a:spLocks noGrp="1"/>
          </p:cNvSpPr>
          <p:nvPr>
            <p:ph type="title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zh-TW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傳統</a:t>
            </a: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監視器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8" name="Google Shape;318;p39"/>
          <p:cNvSpPr txBox="1">
            <a:spLocks noGrp="1"/>
          </p:cNvSpPr>
          <p:nvPr>
            <p:ph type="title" idx="2"/>
          </p:nvPr>
        </p:nvSpPr>
        <p:spPr>
          <a:xfrm>
            <a:off x="1698000" y="1721650"/>
            <a:ext cx="2741700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無法辨識人物</a:t>
            </a:r>
            <a:endParaRPr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0" name="Google Shape;320;p39"/>
          <p:cNvSpPr txBox="1">
            <a:spLocks noGrp="1"/>
          </p:cNvSpPr>
          <p:nvPr>
            <p:ph type="title" idx="3"/>
          </p:nvPr>
        </p:nvSpPr>
        <p:spPr>
          <a:xfrm>
            <a:off x="827027" y="1611600"/>
            <a:ext cx="6789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21" name="Google Shape;321;p39"/>
          <p:cNvSpPr txBox="1">
            <a:spLocks noGrp="1"/>
          </p:cNvSpPr>
          <p:nvPr>
            <p:ph type="title" idx="4"/>
          </p:nvPr>
        </p:nvSpPr>
        <p:spPr>
          <a:xfrm>
            <a:off x="1700521" y="3222964"/>
            <a:ext cx="2741700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只能錄影</a:t>
            </a:r>
            <a:endParaRPr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3" name="Google Shape;323;p39"/>
          <p:cNvSpPr txBox="1">
            <a:spLocks noGrp="1"/>
          </p:cNvSpPr>
          <p:nvPr>
            <p:ph type="title" idx="6"/>
          </p:nvPr>
        </p:nvSpPr>
        <p:spPr>
          <a:xfrm>
            <a:off x="823241" y="3142864"/>
            <a:ext cx="6789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24" name="Google Shape;324;p39"/>
          <p:cNvSpPr txBox="1">
            <a:spLocks noGrp="1"/>
          </p:cNvSpPr>
          <p:nvPr>
            <p:ph type="title" idx="7"/>
          </p:nvPr>
        </p:nvSpPr>
        <p:spPr>
          <a:xfrm>
            <a:off x="5689868" y="1721650"/>
            <a:ext cx="2745600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無法進行回報</a:t>
            </a:r>
            <a:endParaRPr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6" name="Google Shape;326;p39"/>
          <p:cNvSpPr txBox="1">
            <a:spLocks noGrp="1"/>
          </p:cNvSpPr>
          <p:nvPr>
            <p:ph type="title" idx="9"/>
          </p:nvPr>
        </p:nvSpPr>
        <p:spPr>
          <a:xfrm>
            <a:off x="4829300" y="1611600"/>
            <a:ext cx="6771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27" name="Google Shape;327;p39"/>
          <p:cNvSpPr txBox="1">
            <a:spLocks noGrp="1"/>
          </p:cNvSpPr>
          <p:nvPr>
            <p:ph type="title" idx="13"/>
          </p:nvPr>
        </p:nvSpPr>
        <p:spPr>
          <a:xfrm>
            <a:off x="5662525" y="3222964"/>
            <a:ext cx="2745600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事後回放費時</a:t>
            </a:r>
            <a:endParaRPr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9" name="Google Shape;329;p39"/>
          <p:cNvSpPr txBox="1">
            <a:spLocks noGrp="1"/>
          </p:cNvSpPr>
          <p:nvPr>
            <p:ph type="title" idx="15"/>
          </p:nvPr>
        </p:nvSpPr>
        <p:spPr>
          <a:xfrm>
            <a:off x="4829300" y="3142864"/>
            <a:ext cx="6771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>
          <a:extLst>
            <a:ext uri="{FF2B5EF4-FFF2-40B4-BE49-F238E27FC236}">
              <a16:creationId xmlns:a16="http://schemas.microsoft.com/office/drawing/2014/main" id="{B9E8161F-B660-498C-3FD4-A5D1E1AE9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>
            <a:extLst>
              <a:ext uri="{FF2B5EF4-FFF2-40B4-BE49-F238E27FC236}">
                <a16:creationId xmlns:a16="http://schemas.microsoft.com/office/drawing/2014/main" id="{81952A9A-FC3C-054E-54E8-1BEE48859B74}"/>
              </a:ext>
            </a:extLst>
          </p:cNvPr>
          <p:cNvSpPr/>
          <p:nvPr/>
        </p:nvSpPr>
        <p:spPr>
          <a:xfrm>
            <a:off x="2170920" y="3258365"/>
            <a:ext cx="6153589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9">
            <a:extLst>
              <a:ext uri="{FF2B5EF4-FFF2-40B4-BE49-F238E27FC236}">
                <a16:creationId xmlns:a16="http://schemas.microsoft.com/office/drawing/2014/main" id="{04489A17-CE68-3DD1-CD33-82C856943469}"/>
              </a:ext>
            </a:extLst>
          </p:cNvPr>
          <p:cNvSpPr/>
          <p:nvPr/>
        </p:nvSpPr>
        <p:spPr>
          <a:xfrm>
            <a:off x="2175051" y="2314713"/>
            <a:ext cx="6153589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2" name="Google Shape;312;p39">
            <a:extLst>
              <a:ext uri="{FF2B5EF4-FFF2-40B4-BE49-F238E27FC236}">
                <a16:creationId xmlns:a16="http://schemas.microsoft.com/office/drawing/2014/main" id="{39105A7A-D210-97A0-2EEB-48B64EC51634}"/>
              </a:ext>
            </a:extLst>
          </p:cNvPr>
          <p:cNvSpPr/>
          <p:nvPr/>
        </p:nvSpPr>
        <p:spPr>
          <a:xfrm>
            <a:off x="2175052" y="1412332"/>
            <a:ext cx="6153589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9">
            <a:extLst>
              <a:ext uri="{FF2B5EF4-FFF2-40B4-BE49-F238E27FC236}">
                <a16:creationId xmlns:a16="http://schemas.microsoft.com/office/drawing/2014/main" id="{3708A5FE-A4C0-7EAB-BE23-08BA419301AB}"/>
              </a:ext>
            </a:extLst>
          </p:cNvPr>
          <p:cNvSpPr/>
          <p:nvPr/>
        </p:nvSpPr>
        <p:spPr>
          <a:xfrm>
            <a:off x="1168877" y="3146894"/>
            <a:ext cx="8334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9">
            <a:extLst>
              <a:ext uri="{FF2B5EF4-FFF2-40B4-BE49-F238E27FC236}">
                <a16:creationId xmlns:a16="http://schemas.microsoft.com/office/drawing/2014/main" id="{46F44FF9-05D9-DD83-7026-3DC8A98EDD34}"/>
              </a:ext>
            </a:extLst>
          </p:cNvPr>
          <p:cNvSpPr/>
          <p:nvPr/>
        </p:nvSpPr>
        <p:spPr>
          <a:xfrm>
            <a:off x="2596740" y="4522576"/>
            <a:ext cx="8334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9">
            <a:extLst>
              <a:ext uri="{FF2B5EF4-FFF2-40B4-BE49-F238E27FC236}">
                <a16:creationId xmlns:a16="http://schemas.microsoft.com/office/drawing/2014/main" id="{CB1A76A1-52EE-A51F-F740-835A3AA91ACE}"/>
              </a:ext>
            </a:extLst>
          </p:cNvPr>
          <p:cNvSpPr/>
          <p:nvPr/>
        </p:nvSpPr>
        <p:spPr>
          <a:xfrm>
            <a:off x="1166477" y="2206265"/>
            <a:ext cx="8358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9">
            <a:extLst>
              <a:ext uri="{FF2B5EF4-FFF2-40B4-BE49-F238E27FC236}">
                <a16:creationId xmlns:a16="http://schemas.microsoft.com/office/drawing/2014/main" id="{9698A10F-B49C-3767-D8CA-950111601D59}"/>
              </a:ext>
            </a:extLst>
          </p:cNvPr>
          <p:cNvSpPr/>
          <p:nvPr/>
        </p:nvSpPr>
        <p:spPr>
          <a:xfrm>
            <a:off x="1166477" y="1265636"/>
            <a:ext cx="8358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7" name="Google Shape;317;p39">
            <a:extLst>
              <a:ext uri="{FF2B5EF4-FFF2-40B4-BE49-F238E27FC236}">
                <a16:creationId xmlns:a16="http://schemas.microsoft.com/office/drawing/2014/main" id="{500F2D6D-23BB-0437-EAF0-D6A4DA3FD3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zh-TW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希望解決的問題</a:t>
            </a:r>
            <a:endParaRPr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8" name="Google Shape;318;p39">
            <a:extLst>
              <a:ext uri="{FF2B5EF4-FFF2-40B4-BE49-F238E27FC236}">
                <a16:creationId xmlns:a16="http://schemas.microsoft.com/office/drawing/2014/main" id="{7525B7A7-63EF-DF3E-F4B6-C2E601D2AC9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420471" y="1412332"/>
            <a:ext cx="5654488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能夠即時知道是誰出現在鏡頭前</a:t>
            </a:r>
            <a:endParaRPr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0" name="Google Shape;320;p39">
            <a:extLst>
              <a:ext uri="{FF2B5EF4-FFF2-40B4-BE49-F238E27FC236}">
                <a16:creationId xmlns:a16="http://schemas.microsoft.com/office/drawing/2014/main" id="{9815FE7D-2573-79CC-7597-17199D0B17F9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238763" y="1331385"/>
            <a:ext cx="6789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21" name="Google Shape;321;p39">
            <a:extLst>
              <a:ext uri="{FF2B5EF4-FFF2-40B4-BE49-F238E27FC236}">
                <a16:creationId xmlns:a16="http://schemas.microsoft.com/office/drawing/2014/main" id="{E6FA6B37-6E91-C256-31BC-8CDAA333A6C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2420471" y="2314713"/>
            <a:ext cx="5654488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能夠自動分類：主人 </a:t>
            </a:r>
            <a:r>
              <a:rPr lang="en-US" altLang="zh-TW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訪客 </a:t>
            </a:r>
            <a:r>
              <a:rPr lang="en-US" altLang="zh-TW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陌生人</a:t>
            </a:r>
            <a:endParaRPr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3" name="Google Shape;323;p39">
            <a:extLst>
              <a:ext uri="{FF2B5EF4-FFF2-40B4-BE49-F238E27FC236}">
                <a16:creationId xmlns:a16="http://schemas.microsoft.com/office/drawing/2014/main" id="{A94A034D-BF2C-B805-F21B-83A409AD2CDB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238763" y="2274365"/>
            <a:ext cx="6789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27" name="Google Shape;327;p39">
            <a:extLst>
              <a:ext uri="{FF2B5EF4-FFF2-40B4-BE49-F238E27FC236}">
                <a16:creationId xmlns:a16="http://schemas.microsoft.com/office/drawing/2014/main" id="{CB00FACD-005A-0474-C397-C357974A1E4D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2420471" y="3258365"/>
            <a:ext cx="5654488" cy="53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/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用時間軸快速回顧事件</a:t>
            </a:r>
            <a:endParaRPr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9" name="Google Shape;329;p39">
            <a:extLst>
              <a:ext uri="{FF2B5EF4-FFF2-40B4-BE49-F238E27FC236}">
                <a16:creationId xmlns:a16="http://schemas.microsoft.com/office/drawing/2014/main" id="{149D4A2F-9733-9C8A-9B86-263DECC16DE9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1238763" y="3178265"/>
            <a:ext cx="6771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151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9"/>
          <p:cNvSpPr txBox="1">
            <a:spLocks noGrp="1"/>
          </p:cNvSpPr>
          <p:nvPr>
            <p:ph type="title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zh-TW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系統整體架構</a:t>
            </a:r>
            <a:endParaRPr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0" name="圖片 29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0963F641-C324-142B-290E-8C69FD7E3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50" y="998951"/>
            <a:ext cx="3976753" cy="3955224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66D8DF29-78EB-3023-A889-8598231DFCE7}"/>
              </a:ext>
            </a:extLst>
          </p:cNvPr>
          <p:cNvSpPr txBox="1"/>
          <p:nvPr/>
        </p:nvSpPr>
        <p:spPr>
          <a:xfrm>
            <a:off x="4690003" y="2314843"/>
            <a:ext cx="43148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8735</a:t>
            </a: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負責即時運算</a:t>
            </a:r>
            <a:endParaRPr lang="en-US" altLang="zh-TW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雲端只存事件資料，降低頻寬與隱私風險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endParaRPr lang="zh-TW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 txBox="1">
            <a:spLocks noGrp="1"/>
          </p:cNvSpPr>
          <p:nvPr>
            <p:ph type="title"/>
          </p:nvPr>
        </p:nvSpPr>
        <p:spPr>
          <a:xfrm>
            <a:off x="2140950" y="911263"/>
            <a:ext cx="4864500" cy="80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zh-TW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即時影像串流設計</a:t>
            </a:r>
            <a:endParaRPr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1" name="Google Shape;361;p42"/>
          <p:cNvSpPr txBox="1">
            <a:spLocks noGrp="1"/>
          </p:cNvSpPr>
          <p:nvPr>
            <p:ph type="subTitle" idx="1"/>
          </p:nvPr>
        </p:nvSpPr>
        <p:spPr>
          <a:xfrm>
            <a:off x="3025387" y="3051836"/>
            <a:ext cx="3093225" cy="125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 </a:t>
            </a:r>
            <a:r>
              <a:rPr lang="en-US" altLang="zh-TW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RTSP </a:t>
            </a: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傳輸即時影像</a:t>
            </a:r>
            <a:endParaRPr lang="en-US" altLang="zh-TW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0" indent="-285750" algn="l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支援遠端即時監看</a:t>
            </a:r>
            <a:endParaRPr lang="en-US" altLang="zh-TW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0" indent="-285750" algn="l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TW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FHD</a:t>
            </a: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TW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FPS30</a:t>
            </a: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影像</a:t>
            </a:r>
            <a:endParaRPr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圖片 2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8DB8A3DA-924A-7FFA-738C-D29693D80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18" y="1770098"/>
            <a:ext cx="5884513" cy="881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>
          <a:extLst>
            <a:ext uri="{FF2B5EF4-FFF2-40B4-BE49-F238E27FC236}">
              <a16:creationId xmlns:a16="http://schemas.microsoft.com/office/drawing/2014/main" id="{C0018CDC-17AF-C693-333C-359A6C43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2">
            <a:extLst>
              <a:ext uri="{FF2B5EF4-FFF2-40B4-BE49-F238E27FC236}">
                <a16:creationId xmlns:a16="http://schemas.microsoft.com/office/drawing/2014/main" id="{03C6E54F-4008-AC5D-44CF-C52BC95D64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人臉識別</a:t>
            </a:r>
            <a:r>
              <a:rPr lang="en-US" altLang="zh-TW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25872920-2AFA-1790-0EE8-B08CFE1D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1557337"/>
            <a:ext cx="4391025" cy="25812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2EF35E6-1DAF-F0E8-32E0-6FD6909692CF}"/>
              </a:ext>
            </a:extLst>
          </p:cNvPr>
          <p:cNvSpPr txBox="1"/>
          <p:nvPr/>
        </p:nvSpPr>
        <p:spPr>
          <a:xfrm>
            <a:off x="4705350" y="2528411"/>
            <a:ext cx="43636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本系統採用 </a:t>
            </a:r>
            <a:r>
              <a:rPr lang="en-US" altLang="zh-TW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NNFaceDetectionRecognition</a:t>
            </a: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模型，</a:t>
            </a:r>
            <a:b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能在裝置上即時進行人臉偵測與辨識，</a:t>
            </a:r>
            <a:b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兼顧 </a:t>
            </a:r>
            <a:r>
              <a:rPr lang="zh-TW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即時性、準確度與資源消耗</a:t>
            </a: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，適合本專題應用。</a:t>
            </a:r>
            <a:endParaRPr lang="en-US" altLang="zh-TW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9363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3"/>
          <p:cNvSpPr txBox="1">
            <a:spLocks noGrp="1"/>
          </p:cNvSpPr>
          <p:nvPr>
            <p:ph type="title" idx="4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zh-TW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身分分類邏輯</a:t>
            </a:r>
            <a:endParaRPr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6729DA9-16D3-4F99-E877-94771FE74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395757"/>
              </p:ext>
            </p:extLst>
          </p:nvPr>
        </p:nvGraphicFramePr>
        <p:xfrm>
          <a:off x="1182612" y="2017916"/>
          <a:ext cx="6778775" cy="1945867"/>
        </p:xfrm>
        <a:graphic>
          <a:graphicData uri="http://schemas.openxmlformats.org/drawingml/2006/table">
            <a:tbl>
              <a:tblPr>
                <a:noFill/>
                <a:tableStyleId>{BADDDC3C-183C-4F39-B92E-01F2910B9974}</a:tableStyleId>
              </a:tblPr>
              <a:tblGrid>
                <a:gridCol w="1784375">
                  <a:extLst>
                    <a:ext uri="{9D8B030D-6E8A-4147-A177-3AD203B41FA5}">
                      <a16:colId xmlns:a16="http://schemas.microsoft.com/office/drawing/2014/main" val="941020032"/>
                    </a:ext>
                  </a:extLst>
                </a:gridCol>
                <a:gridCol w="1705225">
                  <a:extLst>
                    <a:ext uri="{9D8B030D-6E8A-4147-A177-3AD203B41FA5}">
                      <a16:colId xmlns:a16="http://schemas.microsoft.com/office/drawing/2014/main" val="3210356337"/>
                    </a:ext>
                  </a:extLst>
                </a:gridCol>
                <a:gridCol w="3289175">
                  <a:extLst>
                    <a:ext uri="{9D8B030D-6E8A-4147-A177-3AD203B41FA5}">
                      <a16:colId xmlns:a16="http://schemas.microsoft.com/office/drawing/2014/main" val="2909305256"/>
                    </a:ext>
                  </a:extLst>
                </a:gridCol>
              </a:tblGrid>
              <a:tr h="75723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類型</a:t>
                      </a:r>
                      <a:endParaRPr b="1" dirty="0">
                        <a:solidFill>
                          <a:schemeClr val="bg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判斷方式</a:t>
                      </a:r>
                      <a:endParaRPr b="1" dirty="0">
                        <a:solidFill>
                          <a:schemeClr val="bg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顯示顏色</a:t>
                      </a:r>
                      <a:endParaRPr b="1" dirty="0">
                        <a:solidFill>
                          <a:schemeClr val="bg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97069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/>
                        <a:t>主人</a:t>
                      </a:r>
                      <a:endParaRPr dirty="0">
                        <a:solidFill>
                          <a:schemeClr val="dk2"/>
                        </a:solidFill>
                        <a:latin typeface="Syne SemiBold"/>
                        <a:ea typeface="Syne SemiBold"/>
                        <a:cs typeface="Syne SemiBold"/>
                        <a:sym typeface="Syne SemiBol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位於屋主名單中</a:t>
                      </a:r>
                      <a:endParaRPr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/>
                        <a:t>綠色</a:t>
                      </a:r>
                      <a:endParaRPr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227736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/>
                        <a:t>訪客</a:t>
                      </a:r>
                      <a:endParaRPr dirty="0">
                        <a:solidFill>
                          <a:schemeClr val="dk2"/>
                        </a:solidFill>
                        <a:latin typeface="Syne SemiBold"/>
                        <a:ea typeface="Syne SemiBold"/>
                        <a:cs typeface="Syne SemiBold"/>
                        <a:sym typeface="Syne SemiBol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/>
                        <a:t>已註冊但非主人</a:t>
                      </a:r>
                      <a:endParaRPr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/>
                        <a:t>黃色</a:t>
                      </a:r>
                      <a:endParaRPr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523985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/>
                        <a:t>陌生人</a:t>
                      </a:r>
                      <a:endParaRPr dirty="0">
                        <a:solidFill>
                          <a:schemeClr val="dk2"/>
                        </a:solidFill>
                        <a:latin typeface="Syne SemiBold"/>
                        <a:ea typeface="Syne SemiBold"/>
                        <a:cs typeface="Syne SemiBold"/>
                        <a:sym typeface="Syne SemiBol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dirty="0"/>
                        <a:t>unknown</a:t>
                      </a:r>
                      <a:endParaRPr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/>
                        <a:t>紅色</a:t>
                      </a:r>
                      <a:endParaRPr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3717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2373293" y="521252"/>
            <a:ext cx="4864500" cy="64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SzPts val="4700"/>
            </a:pPr>
            <a:r>
              <a:rPr lang="en-US" altLang="zh-TW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OSD </a:t>
            </a:r>
            <a:r>
              <a:rPr lang="zh-TW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視覺化設計</a:t>
            </a:r>
            <a:endParaRPr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37" name="Google Shape;337;p40"/>
          <p:cNvGrpSpPr/>
          <p:nvPr/>
        </p:nvGrpSpPr>
        <p:grpSpPr>
          <a:xfrm>
            <a:off x="6651888" y="817103"/>
            <a:ext cx="462975" cy="462556"/>
            <a:chOff x="3481708" y="3386870"/>
            <a:chExt cx="462975" cy="462556"/>
          </a:xfrm>
        </p:grpSpPr>
        <p:sp>
          <p:nvSpPr>
            <p:cNvPr id="338" name="Google Shape;338;p40"/>
            <p:cNvSpPr/>
            <p:nvPr/>
          </p:nvSpPr>
          <p:spPr>
            <a:xfrm>
              <a:off x="3531908" y="3386870"/>
              <a:ext cx="132319" cy="126905"/>
            </a:xfrm>
            <a:custGeom>
              <a:avLst/>
              <a:gdLst/>
              <a:ahLst/>
              <a:cxnLst/>
              <a:rect l="l" t="t" r="r" b="b"/>
              <a:pathLst>
                <a:path w="1882" h="1805" extrusionOk="0">
                  <a:moveTo>
                    <a:pt x="465" y="0"/>
                  </a:moveTo>
                  <a:cubicBezTo>
                    <a:pt x="358" y="0"/>
                    <a:pt x="251" y="42"/>
                    <a:pt x="167" y="125"/>
                  </a:cubicBezTo>
                  <a:cubicBezTo>
                    <a:pt x="1" y="280"/>
                    <a:pt x="1" y="554"/>
                    <a:pt x="167" y="697"/>
                  </a:cubicBezTo>
                  <a:lnTo>
                    <a:pt x="1251" y="1768"/>
                  </a:lnTo>
                  <a:cubicBezTo>
                    <a:pt x="1275" y="1792"/>
                    <a:pt x="1301" y="1804"/>
                    <a:pt x="1325" y="1804"/>
                  </a:cubicBezTo>
                  <a:cubicBezTo>
                    <a:pt x="1349" y="1804"/>
                    <a:pt x="1370" y="1792"/>
                    <a:pt x="1382" y="1768"/>
                  </a:cubicBezTo>
                  <a:lnTo>
                    <a:pt x="1834" y="1328"/>
                  </a:lnTo>
                  <a:cubicBezTo>
                    <a:pt x="1882" y="1280"/>
                    <a:pt x="1882" y="1221"/>
                    <a:pt x="1834" y="1197"/>
                  </a:cubicBezTo>
                  <a:lnTo>
                    <a:pt x="763" y="125"/>
                  </a:lnTo>
                  <a:cubicBezTo>
                    <a:pt x="679" y="42"/>
                    <a:pt x="572" y="0"/>
                    <a:pt x="4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0"/>
            <p:cNvSpPr/>
            <p:nvPr/>
          </p:nvSpPr>
          <p:spPr>
            <a:xfrm>
              <a:off x="3536970" y="3608270"/>
              <a:ext cx="132319" cy="127749"/>
            </a:xfrm>
            <a:custGeom>
              <a:avLst/>
              <a:gdLst/>
              <a:ahLst/>
              <a:cxnLst/>
              <a:rect l="l" t="t" r="r" b="b"/>
              <a:pathLst>
                <a:path w="1882" h="1817" extrusionOk="0">
                  <a:moveTo>
                    <a:pt x="1317" y="0"/>
                  </a:moveTo>
                  <a:cubicBezTo>
                    <a:pt x="1292" y="0"/>
                    <a:pt x="1268" y="12"/>
                    <a:pt x="1250" y="36"/>
                  </a:cubicBezTo>
                  <a:lnTo>
                    <a:pt x="179" y="1108"/>
                  </a:lnTo>
                  <a:cubicBezTo>
                    <a:pt x="0" y="1263"/>
                    <a:pt x="0" y="1524"/>
                    <a:pt x="167" y="1691"/>
                  </a:cubicBezTo>
                  <a:cubicBezTo>
                    <a:pt x="250" y="1774"/>
                    <a:pt x="357" y="1816"/>
                    <a:pt x="464" y="1816"/>
                  </a:cubicBezTo>
                  <a:cubicBezTo>
                    <a:pt x="572" y="1816"/>
                    <a:pt x="679" y="1774"/>
                    <a:pt x="762" y="1691"/>
                  </a:cubicBezTo>
                  <a:lnTo>
                    <a:pt x="1834" y="620"/>
                  </a:lnTo>
                  <a:cubicBezTo>
                    <a:pt x="1881" y="572"/>
                    <a:pt x="1881" y="512"/>
                    <a:pt x="1834" y="489"/>
                  </a:cubicBezTo>
                  <a:lnTo>
                    <a:pt x="1393" y="36"/>
                  </a:lnTo>
                  <a:cubicBezTo>
                    <a:pt x="1369" y="12"/>
                    <a:pt x="1343" y="0"/>
                    <a:pt x="13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0"/>
            <p:cNvSpPr/>
            <p:nvPr/>
          </p:nvSpPr>
          <p:spPr>
            <a:xfrm>
              <a:off x="3760479" y="3386870"/>
              <a:ext cx="131475" cy="126905"/>
            </a:xfrm>
            <a:custGeom>
              <a:avLst/>
              <a:gdLst/>
              <a:ahLst/>
              <a:cxnLst/>
              <a:rect l="l" t="t" r="r" b="b"/>
              <a:pathLst>
                <a:path w="1870" h="1805" extrusionOk="0">
                  <a:moveTo>
                    <a:pt x="1409" y="0"/>
                  </a:moveTo>
                  <a:cubicBezTo>
                    <a:pt x="1301" y="0"/>
                    <a:pt x="1191" y="42"/>
                    <a:pt x="1107" y="125"/>
                  </a:cubicBezTo>
                  <a:lnTo>
                    <a:pt x="36" y="1197"/>
                  </a:lnTo>
                  <a:cubicBezTo>
                    <a:pt x="0" y="1233"/>
                    <a:pt x="0" y="1292"/>
                    <a:pt x="36" y="1328"/>
                  </a:cubicBezTo>
                  <a:lnTo>
                    <a:pt x="500" y="1768"/>
                  </a:lnTo>
                  <a:cubicBezTo>
                    <a:pt x="524" y="1792"/>
                    <a:pt x="551" y="1804"/>
                    <a:pt x="575" y="1804"/>
                  </a:cubicBezTo>
                  <a:cubicBezTo>
                    <a:pt x="598" y="1804"/>
                    <a:pt x="619" y="1792"/>
                    <a:pt x="631" y="1768"/>
                  </a:cubicBezTo>
                  <a:lnTo>
                    <a:pt x="1703" y="697"/>
                  </a:lnTo>
                  <a:cubicBezTo>
                    <a:pt x="1869" y="542"/>
                    <a:pt x="1869" y="268"/>
                    <a:pt x="1703" y="125"/>
                  </a:cubicBezTo>
                  <a:cubicBezTo>
                    <a:pt x="1625" y="42"/>
                    <a:pt x="1518" y="0"/>
                    <a:pt x="14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0"/>
            <p:cNvSpPr/>
            <p:nvPr/>
          </p:nvSpPr>
          <p:spPr>
            <a:xfrm>
              <a:off x="3757104" y="3608270"/>
              <a:ext cx="130631" cy="127749"/>
            </a:xfrm>
            <a:custGeom>
              <a:avLst/>
              <a:gdLst/>
              <a:ahLst/>
              <a:cxnLst/>
              <a:rect l="l" t="t" r="r" b="b"/>
              <a:pathLst>
                <a:path w="1858" h="1817" extrusionOk="0">
                  <a:moveTo>
                    <a:pt x="554" y="0"/>
                  </a:moveTo>
                  <a:cubicBezTo>
                    <a:pt x="530" y="0"/>
                    <a:pt x="506" y="12"/>
                    <a:pt x="489" y="36"/>
                  </a:cubicBezTo>
                  <a:lnTo>
                    <a:pt x="48" y="489"/>
                  </a:lnTo>
                  <a:cubicBezTo>
                    <a:pt x="0" y="524"/>
                    <a:pt x="0" y="584"/>
                    <a:pt x="48" y="620"/>
                  </a:cubicBezTo>
                  <a:lnTo>
                    <a:pt x="1120" y="1691"/>
                  </a:lnTo>
                  <a:cubicBezTo>
                    <a:pt x="1197" y="1774"/>
                    <a:pt x="1304" y="1816"/>
                    <a:pt x="1410" y="1816"/>
                  </a:cubicBezTo>
                  <a:cubicBezTo>
                    <a:pt x="1516" y="1816"/>
                    <a:pt x="1620" y="1774"/>
                    <a:pt x="1691" y="1691"/>
                  </a:cubicBezTo>
                  <a:cubicBezTo>
                    <a:pt x="1858" y="1524"/>
                    <a:pt x="1858" y="1263"/>
                    <a:pt x="1691" y="1108"/>
                  </a:cubicBezTo>
                  <a:lnTo>
                    <a:pt x="620" y="36"/>
                  </a:lnTo>
                  <a:cubicBezTo>
                    <a:pt x="602" y="12"/>
                    <a:pt x="578" y="0"/>
                    <a:pt x="5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0"/>
            <p:cNvSpPr/>
            <p:nvPr/>
          </p:nvSpPr>
          <p:spPr>
            <a:xfrm>
              <a:off x="3696006" y="3549492"/>
              <a:ext cx="34380" cy="31217"/>
            </a:xfrm>
            <a:custGeom>
              <a:avLst/>
              <a:gdLst/>
              <a:ahLst/>
              <a:cxnLst/>
              <a:rect l="l" t="t" r="r" b="b"/>
              <a:pathLst>
                <a:path w="489" h="444" extrusionOk="0">
                  <a:moveTo>
                    <a:pt x="244" y="1"/>
                  </a:moveTo>
                  <a:cubicBezTo>
                    <a:pt x="166" y="1"/>
                    <a:pt x="89" y="40"/>
                    <a:pt x="48" y="122"/>
                  </a:cubicBezTo>
                  <a:cubicBezTo>
                    <a:pt x="48" y="146"/>
                    <a:pt x="36" y="146"/>
                    <a:pt x="36" y="158"/>
                  </a:cubicBezTo>
                  <a:cubicBezTo>
                    <a:pt x="0" y="241"/>
                    <a:pt x="36" y="324"/>
                    <a:pt x="96" y="384"/>
                  </a:cubicBezTo>
                  <a:cubicBezTo>
                    <a:pt x="119" y="408"/>
                    <a:pt x="179" y="444"/>
                    <a:pt x="238" y="444"/>
                  </a:cubicBezTo>
                  <a:cubicBezTo>
                    <a:pt x="298" y="444"/>
                    <a:pt x="357" y="408"/>
                    <a:pt x="405" y="384"/>
                  </a:cubicBezTo>
                  <a:cubicBezTo>
                    <a:pt x="488" y="289"/>
                    <a:pt x="488" y="158"/>
                    <a:pt x="405" y="63"/>
                  </a:cubicBezTo>
                  <a:cubicBezTo>
                    <a:pt x="360" y="22"/>
                    <a:pt x="301" y="1"/>
                    <a:pt x="2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0"/>
            <p:cNvSpPr/>
            <p:nvPr/>
          </p:nvSpPr>
          <p:spPr>
            <a:xfrm>
              <a:off x="3674211" y="3466810"/>
              <a:ext cx="77901" cy="59480"/>
            </a:xfrm>
            <a:custGeom>
              <a:avLst/>
              <a:gdLst/>
              <a:ahLst/>
              <a:cxnLst/>
              <a:rect l="l" t="t" r="r" b="b"/>
              <a:pathLst>
                <a:path w="1108" h="846" extrusionOk="0">
                  <a:moveTo>
                    <a:pt x="548" y="0"/>
                  </a:moveTo>
                  <a:cubicBezTo>
                    <a:pt x="441" y="0"/>
                    <a:pt x="346" y="12"/>
                    <a:pt x="239" y="24"/>
                  </a:cubicBezTo>
                  <a:cubicBezTo>
                    <a:pt x="239" y="60"/>
                    <a:pt x="251" y="84"/>
                    <a:pt x="251" y="119"/>
                  </a:cubicBezTo>
                  <a:cubicBezTo>
                    <a:pt x="251" y="250"/>
                    <a:pt x="215" y="369"/>
                    <a:pt x="108" y="453"/>
                  </a:cubicBezTo>
                  <a:lnTo>
                    <a:pt x="1" y="560"/>
                  </a:lnTo>
                  <a:lnTo>
                    <a:pt x="286" y="846"/>
                  </a:lnTo>
                  <a:cubicBezTo>
                    <a:pt x="364" y="798"/>
                    <a:pt x="453" y="774"/>
                    <a:pt x="545" y="774"/>
                  </a:cubicBezTo>
                  <a:cubicBezTo>
                    <a:pt x="638" y="774"/>
                    <a:pt x="733" y="798"/>
                    <a:pt x="822" y="846"/>
                  </a:cubicBezTo>
                  <a:lnTo>
                    <a:pt x="1108" y="560"/>
                  </a:lnTo>
                  <a:lnTo>
                    <a:pt x="1001" y="453"/>
                  </a:lnTo>
                  <a:cubicBezTo>
                    <a:pt x="882" y="334"/>
                    <a:pt x="834" y="179"/>
                    <a:pt x="858" y="24"/>
                  </a:cubicBezTo>
                  <a:cubicBezTo>
                    <a:pt x="763" y="0"/>
                    <a:pt x="656" y="0"/>
                    <a:pt x="5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0"/>
            <p:cNvSpPr/>
            <p:nvPr/>
          </p:nvSpPr>
          <p:spPr>
            <a:xfrm>
              <a:off x="3752112" y="3526220"/>
              <a:ext cx="72839" cy="72065"/>
            </a:xfrm>
            <a:custGeom>
              <a:avLst/>
              <a:gdLst/>
              <a:ahLst/>
              <a:cxnLst/>
              <a:rect l="l" t="t" r="r" b="b"/>
              <a:pathLst>
                <a:path w="1036" h="1025" extrusionOk="0">
                  <a:moveTo>
                    <a:pt x="274" y="1"/>
                  </a:moveTo>
                  <a:lnTo>
                    <a:pt x="0" y="286"/>
                  </a:lnTo>
                  <a:cubicBezTo>
                    <a:pt x="83" y="441"/>
                    <a:pt x="83" y="655"/>
                    <a:pt x="0" y="822"/>
                  </a:cubicBezTo>
                  <a:lnTo>
                    <a:pt x="191" y="1025"/>
                  </a:lnTo>
                  <a:lnTo>
                    <a:pt x="298" y="917"/>
                  </a:lnTo>
                  <a:cubicBezTo>
                    <a:pt x="381" y="834"/>
                    <a:pt x="500" y="786"/>
                    <a:pt x="631" y="786"/>
                  </a:cubicBezTo>
                  <a:cubicBezTo>
                    <a:pt x="774" y="786"/>
                    <a:pt x="893" y="834"/>
                    <a:pt x="976" y="917"/>
                  </a:cubicBezTo>
                  <a:lnTo>
                    <a:pt x="1036" y="977"/>
                  </a:lnTo>
                  <a:lnTo>
                    <a:pt x="917" y="405"/>
                  </a:lnTo>
                  <a:cubicBezTo>
                    <a:pt x="905" y="322"/>
                    <a:pt x="869" y="251"/>
                    <a:pt x="857" y="179"/>
                  </a:cubicBezTo>
                  <a:cubicBezTo>
                    <a:pt x="798" y="191"/>
                    <a:pt x="750" y="203"/>
                    <a:pt x="691" y="203"/>
                  </a:cubicBezTo>
                  <a:cubicBezTo>
                    <a:pt x="560" y="203"/>
                    <a:pt x="441" y="167"/>
                    <a:pt x="357" y="72"/>
                  </a:cubicBezTo>
                  <a:lnTo>
                    <a:pt x="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3601372" y="3526220"/>
              <a:ext cx="73753" cy="72065"/>
            </a:xfrm>
            <a:custGeom>
              <a:avLst/>
              <a:gdLst/>
              <a:ahLst/>
              <a:cxnLst/>
              <a:rect l="l" t="t" r="r" b="b"/>
              <a:pathLst>
                <a:path w="1049" h="1025" extrusionOk="0">
                  <a:moveTo>
                    <a:pt x="751" y="1"/>
                  </a:moveTo>
                  <a:lnTo>
                    <a:pt x="680" y="72"/>
                  </a:lnTo>
                  <a:cubicBezTo>
                    <a:pt x="596" y="167"/>
                    <a:pt x="477" y="203"/>
                    <a:pt x="334" y="203"/>
                  </a:cubicBezTo>
                  <a:cubicBezTo>
                    <a:pt x="275" y="203"/>
                    <a:pt x="215" y="191"/>
                    <a:pt x="179" y="179"/>
                  </a:cubicBezTo>
                  <a:cubicBezTo>
                    <a:pt x="144" y="251"/>
                    <a:pt x="132" y="322"/>
                    <a:pt x="120" y="394"/>
                  </a:cubicBezTo>
                  <a:lnTo>
                    <a:pt x="1" y="977"/>
                  </a:lnTo>
                  <a:lnTo>
                    <a:pt x="60" y="917"/>
                  </a:lnTo>
                  <a:cubicBezTo>
                    <a:pt x="144" y="834"/>
                    <a:pt x="263" y="786"/>
                    <a:pt x="394" y="786"/>
                  </a:cubicBezTo>
                  <a:cubicBezTo>
                    <a:pt x="537" y="786"/>
                    <a:pt x="656" y="834"/>
                    <a:pt x="739" y="917"/>
                  </a:cubicBezTo>
                  <a:lnTo>
                    <a:pt x="846" y="1025"/>
                  </a:lnTo>
                  <a:lnTo>
                    <a:pt x="1049" y="822"/>
                  </a:lnTo>
                  <a:cubicBezTo>
                    <a:pt x="1013" y="727"/>
                    <a:pt x="989" y="644"/>
                    <a:pt x="989" y="548"/>
                  </a:cubicBezTo>
                  <a:cubicBezTo>
                    <a:pt x="989" y="453"/>
                    <a:pt x="1013" y="358"/>
                    <a:pt x="1049" y="274"/>
                  </a:cubicBezTo>
                  <a:lnTo>
                    <a:pt x="7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3600528" y="3601590"/>
              <a:ext cx="224422" cy="150739"/>
            </a:xfrm>
            <a:custGeom>
              <a:avLst/>
              <a:gdLst/>
              <a:ahLst/>
              <a:cxnLst/>
              <a:rect l="l" t="t" r="r" b="b"/>
              <a:pathLst>
                <a:path w="3192" h="2144" extrusionOk="0">
                  <a:moveTo>
                    <a:pt x="1334" y="0"/>
                  </a:moveTo>
                  <a:lnTo>
                    <a:pt x="1120" y="203"/>
                  </a:lnTo>
                  <a:lnTo>
                    <a:pt x="1192" y="286"/>
                  </a:lnTo>
                  <a:cubicBezTo>
                    <a:pt x="1287" y="369"/>
                    <a:pt x="1346" y="488"/>
                    <a:pt x="1346" y="619"/>
                  </a:cubicBezTo>
                  <a:cubicBezTo>
                    <a:pt x="1346" y="762"/>
                    <a:pt x="1299" y="881"/>
                    <a:pt x="1192" y="965"/>
                  </a:cubicBezTo>
                  <a:lnTo>
                    <a:pt x="120" y="2036"/>
                  </a:lnTo>
                  <a:cubicBezTo>
                    <a:pt x="84" y="2084"/>
                    <a:pt x="49" y="2108"/>
                    <a:pt x="1" y="2143"/>
                  </a:cubicBezTo>
                  <a:lnTo>
                    <a:pt x="1049" y="2143"/>
                  </a:lnTo>
                  <a:cubicBezTo>
                    <a:pt x="1108" y="1917"/>
                    <a:pt x="1334" y="1750"/>
                    <a:pt x="1585" y="1750"/>
                  </a:cubicBezTo>
                  <a:lnTo>
                    <a:pt x="1596" y="1750"/>
                  </a:lnTo>
                  <a:cubicBezTo>
                    <a:pt x="1858" y="1750"/>
                    <a:pt x="2073" y="1917"/>
                    <a:pt x="2156" y="2143"/>
                  </a:cubicBezTo>
                  <a:lnTo>
                    <a:pt x="3192" y="2143"/>
                  </a:lnTo>
                  <a:cubicBezTo>
                    <a:pt x="3144" y="2108"/>
                    <a:pt x="3109" y="2084"/>
                    <a:pt x="3073" y="2036"/>
                  </a:cubicBezTo>
                  <a:lnTo>
                    <a:pt x="2001" y="965"/>
                  </a:lnTo>
                  <a:cubicBezTo>
                    <a:pt x="1918" y="881"/>
                    <a:pt x="1858" y="762"/>
                    <a:pt x="1858" y="619"/>
                  </a:cubicBezTo>
                  <a:cubicBezTo>
                    <a:pt x="1858" y="488"/>
                    <a:pt x="1894" y="369"/>
                    <a:pt x="2001" y="286"/>
                  </a:cubicBezTo>
                  <a:lnTo>
                    <a:pt x="2073" y="203"/>
                  </a:lnTo>
                  <a:lnTo>
                    <a:pt x="1870" y="0"/>
                  </a:lnTo>
                  <a:cubicBezTo>
                    <a:pt x="1775" y="48"/>
                    <a:pt x="1692" y="60"/>
                    <a:pt x="1596" y="60"/>
                  </a:cubicBezTo>
                  <a:cubicBezTo>
                    <a:pt x="1513" y="60"/>
                    <a:pt x="1406" y="48"/>
                    <a:pt x="1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3481708" y="3752260"/>
              <a:ext cx="462975" cy="97165"/>
            </a:xfrm>
            <a:custGeom>
              <a:avLst/>
              <a:gdLst/>
              <a:ahLst/>
              <a:cxnLst/>
              <a:rect l="l" t="t" r="r" b="b"/>
              <a:pathLst>
                <a:path w="6585" h="1382" extrusionOk="0">
                  <a:moveTo>
                    <a:pt x="3275" y="0"/>
                  </a:moveTo>
                  <a:cubicBezTo>
                    <a:pt x="3167" y="0"/>
                    <a:pt x="3084" y="84"/>
                    <a:pt x="3084" y="191"/>
                  </a:cubicBezTo>
                  <a:lnTo>
                    <a:pt x="3084" y="1000"/>
                  </a:lnTo>
                  <a:lnTo>
                    <a:pt x="2691" y="1000"/>
                  </a:lnTo>
                  <a:lnTo>
                    <a:pt x="2691" y="405"/>
                  </a:lnTo>
                  <a:lnTo>
                    <a:pt x="1084" y="405"/>
                  </a:lnTo>
                  <a:lnTo>
                    <a:pt x="941" y="1000"/>
                  </a:lnTo>
                  <a:lnTo>
                    <a:pt x="191" y="1000"/>
                  </a:lnTo>
                  <a:cubicBezTo>
                    <a:pt x="96" y="1000"/>
                    <a:pt x="0" y="1084"/>
                    <a:pt x="0" y="1191"/>
                  </a:cubicBezTo>
                  <a:cubicBezTo>
                    <a:pt x="0" y="1298"/>
                    <a:pt x="96" y="1381"/>
                    <a:pt x="191" y="1381"/>
                  </a:cubicBezTo>
                  <a:lnTo>
                    <a:pt x="6382" y="1381"/>
                  </a:lnTo>
                  <a:cubicBezTo>
                    <a:pt x="6489" y="1381"/>
                    <a:pt x="6584" y="1298"/>
                    <a:pt x="6584" y="1191"/>
                  </a:cubicBezTo>
                  <a:cubicBezTo>
                    <a:pt x="6561" y="1084"/>
                    <a:pt x="6489" y="1000"/>
                    <a:pt x="6370" y="1000"/>
                  </a:cubicBezTo>
                  <a:lnTo>
                    <a:pt x="5584" y="1000"/>
                  </a:lnTo>
                  <a:lnTo>
                    <a:pt x="5430" y="405"/>
                  </a:lnTo>
                  <a:lnTo>
                    <a:pt x="3858" y="405"/>
                  </a:lnTo>
                  <a:lnTo>
                    <a:pt x="3858" y="1000"/>
                  </a:lnTo>
                  <a:lnTo>
                    <a:pt x="3489" y="1000"/>
                  </a:lnTo>
                  <a:lnTo>
                    <a:pt x="3489" y="191"/>
                  </a:lnTo>
                  <a:cubicBezTo>
                    <a:pt x="3489" y="84"/>
                    <a:pt x="3394" y="0"/>
                    <a:pt x="3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圖片 6" descr="一張含有 人員, 人的臉孔, 眼鏡, 自拍 的圖片&#10;&#10;AI 產生的內容可能不正確。">
            <a:extLst>
              <a:ext uri="{FF2B5EF4-FFF2-40B4-BE49-F238E27FC236}">
                <a16:creationId xmlns:a16="http://schemas.microsoft.com/office/drawing/2014/main" id="{2B2F56C3-95D5-AADE-4B13-0E5A681B6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62" y="1435577"/>
            <a:ext cx="3455262" cy="318667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78A945C-9457-5457-CA00-268F1E13BB86}"/>
              </a:ext>
            </a:extLst>
          </p:cNvPr>
          <p:cNvSpPr txBox="1"/>
          <p:nvPr/>
        </p:nvSpPr>
        <p:spPr>
          <a:xfrm>
            <a:off x="4775084" y="2517844"/>
            <a:ext cx="4138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即時在影像上標示辨識結果</a:t>
            </a:r>
            <a:endParaRPr lang="en-US" altLang="zh-TW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提升使用者直覺判讀能力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 txBox="1">
            <a:spLocks noGrp="1"/>
          </p:cNvSpPr>
          <p:nvPr>
            <p:ph type="title"/>
          </p:nvPr>
        </p:nvSpPr>
        <p:spPr>
          <a:xfrm>
            <a:off x="2766962" y="773969"/>
            <a:ext cx="3610075" cy="4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zh-TW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雲端 </a:t>
            </a:r>
            <a:r>
              <a:rPr lang="en-US" altLang="zh-TW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Firebase </a:t>
            </a:r>
            <a:r>
              <a:rPr lang="zh-TW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設計</a:t>
            </a:r>
            <a:endParaRPr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4" name="Google Shape;384;p44"/>
          <p:cNvSpPr txBox="1">
            <a:spLocks noGrp="1"/>
          </p:cNvSpPr>
          <p:nvPr>
            <p:ph type="subTitle" idx="1"/>
          </p:nvPr>
        </p:nvSpPr>
        <p:spPr>
          <a:xfrm>
            <a:off x="5087960" y="2536447"/>
            <a:ext cx="3701462" cy="17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 </a:t>
            </a:r>
            <a:r>
              <a:rPr lang="en-US" altLang="zh-TW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 </a:t>
            </a: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傳輸</a:t>
            </a:r>
            <a:endParaRPr lang="en-US" altLang="zh-TW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0" indent="-28575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只存事件，不存影像</a:t>
            </a:r>
            <a:r>
              <a:rPr lang="en-US" altLang="zh-TW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能有效防止資料外洩</a:t>
            </a:r>
            <a:r>
              <a:rPr lang="en-US" altLang="zh-TW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圖片 2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59216B2C-6087-1FEB-8456-E79AF90CB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78" y="2126872"/>
            <a:ext cx="4434342" cy="17555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8"/>
          <p:cNvSpPr txBox="1">
            <a:spLocks noGrp="1"/>
          </p:cNvSpPr>
          <p:nvPr>
            <p:ph type="title" idx="4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zh-TW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系統特色與優勢</a:t>
            </a:r>
            <a:endParaRPr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Google Shape;309;p39">
            <a:extLst>
              <a:ext uri="{FF2B5EF4-FFF2-40B4-BE49-F238E27FC236}">
                <a16:creationId xmlns:a16="http://schemas.microsoft.com/office/drawing/2014/main" id="{6A75AA7F-803D-85F7-1716-C002A9511278}"/>
              </a:ext>
            </a:extLst>
          </p:cNvPr>
          <p:cNvSpPr/>
          <p:nvPr/>
        </p:nvSpPr>
        <p:spPr>
          <a:xfrm>
            <a:off x="2168518" y="3258365"/>
            <a:ext cx="6153589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311;p39">
            <a:extLst>
              <a:ext uri="{FF2B5EF4-FFF2-40B4-BE49-F238E27FC236}">
                <a16:creationId xmlns:a16="http://schemas.microsoft.com/office/drawing/2014/main" id="{037B90A9-F5D2-6471-37DB-EA4E8BC6ED41}"/>
              </a:ext>
            </a:extLst>
          </p:cNvPr>
          <p:cNvSpPr/>
          <p:nvPr/>
        </p:nvSpPr>
        <p:spPr>
          <a:xfrm>
            <a:off x="2175051" y="2314713"/>
            <a:ext cx="6153589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312;p39">
            <a:extLst>
              <a:ext uri="{FF2B5EF4-FFF2-40B4-BE49-F238E27FC236}">
                <a16:creationId xmlns:a16="http://schemas.microsoft.com/office/drawing/2014/main" id="{CFF2E101-07C8-180D-C70E-D95FF5654236}"/>
              </a:ext>
            </a:extLst>
          </p:cNvPr>
          <p:cNvSpPr/>
          <p:nvPr/>
        </p:nvSpPr>
        <p:spPr>
          <a:xfrm>
            <a:off x="2175052" y="1412332"/>
            <a:ext cx="6153589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13;p39">
            <a:extLst>
              <a:ext uri="{FF2B5EF4-FFF2-40B4-BE49-F238E27FC236}">
                <a16:creationId xmlns:a16="http://schemas.microsoft.com/office/drawing/2014/main" id="{2E26C315-1752-80C8-7772-616F45858E63}"/>
              </a:ext>
            </a:extLst>
          </p:cNvPr>
          <p:cNvSpPr/>
          <p:nvPr/>
        </p:nvSpPr>
        <p:spPr>
          <a:xfrm>
            <a:off x="1168877" y="3146894"/>
            <a:ext cx="8334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15;p39">
            <a:extLst>
              <a:ext uri="{FF2B5EF4-FFF2-40B4-BE49-F238E27FC236}">
                <a16:creationId xmlns:a16="http://schemas.microsoft.com/office/drawing/2014/main" id="{C17C8DEB-08CD-A340-7171-8640E5A9F5E6}"/>
              </a:ext>
            </a:extLst>
          </p:cNvPr>
          <p:cNvSpPr/>
          <p:nvPr/>
        </p:nvSpPr>
        <p:spPr>
          <a:xfrm>
            <a:off x="1166477" y="2206265"/>
            <a:ext cx="8358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16;p39">
            <a:extLst>
              <a:ext uri="{FF2B5EF4-FFF2-40B4-BE49-F238E27FC236}">
                <a16:creationId xmlns:a16="http://schemas.microsoft.com/office/drawing/2014/main" id="{BE9EC55E-887C-6AF9-A08F-8F9A94EE661A}"/>
              </a:ext>
            </a:extLst>
          </p:cNvPr>
          <p:cNvSpPr/>
          <p:nvPr/>
        </p:nvSpPr>
        <p:spPr>
          <a:xfrm>
            <a:off x="1166477" y="1265636"/>
            <a:ext cx="8358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318;p39">
            <a:extLst>
              <a:ext uri="{FF2B5EF4-FFF2-40B4-BE49-F238E27FC236}">
                <a16:creationId xmlns:a16="http://schemas.microsoft.com/office/drawing/2014/main" id="{1D9595CB-0F69-4F38-24A8-414A3B28DF50}"/>
              </a:ext>
            </a:extLst>
          </p:cNvPr>
          <p:cNvSpPr txBox="1">
            <a:spLocks/>
          </p:cNvSpPr>
          <p:nvPr/>
        </p:nvSpPr>
        <p:spPr>
          <a:xfrm>
            <a:off x="2420471" y="1412332"/>
            <a:ext cx="5654488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000" b="1" i="0" u="none" strike="noStrike" cap="none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pPr algn="ctr"/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即時 </a:t>
            </a:r>
            <a:r>
              <a:rPr lang="en-US" altLang="zh-TW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辨識結果</a:t>
            </a:r>
          </a:p>
        </p:txBody>
      </p:sp>
      <p:sp>
        <p:nvSpPr>
          <p:cNvPr id="17" name="Google Shape;320;p39">
            <a:extLst>
              <a:ext uri="{FF2B5EF4-FFF2-40B4-BE49-F238E27FC236}">
                <a16:creationId xmlns:a16="http://schemas.microsoft.com/office/drawing/2014/main" id="{25BE69D0-E090-F4BE-9393-78B9A632B860}"/>
              </a:ext>
            </a:extLst>
          </p:cNvPr>
          <p:cNvSpPr txBox="1">
            <a:spLocks/>
          </p:cNvSpPr>
          <p:nvPr/>
        </p:nvSpPr>
        <p:spPr>
          <a:xfrm>
            <a:off x="1236363" y="1332232"/>
            <a:ext cx="6789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marL="0" indent="0" algn="ctr"/>
            <a:r>
              <a:rPr lang="en" sz="4000" dirty="0">
                <a:solidFill>
                  <a:schemeClr val="bg1"/>
                </a:solidFill>
                <a:latin typeface="Commissioner ExtraBold" panose="02020500000000000000" charset="0"/>
              </a:rPr>
              <a:t>01</a:t>
            </a:r>
          </a:p>
        </p:txBody>
      </p:sp>
      <p:sp>
        <p:nvSpPr>
          <p:cNvPr id="18" name="Google Shape;321;p39">
            <a:extLst>
              <a:ext uri="{FF2B5EF4-FFF2-40B4-BE49-F238E27FC236}">
                <a16:creationId xmlns:a16="http://schemas.microsoft.com/office/drawing/2014/main" id="{ED6A5A22-92D0-B369-ABE2-96302C821D44}"/>
              </a:ext>
            </a:extLst>
          </p:cNvPr>
          <p:cNvSpPr txBox="1">
            <a:spLocks/>
          </p:cNvSpPr>
          <p:nvPr/>
        </p:nvSpPr>
        <p:spPr>
          <a:xfrm>
            <a:off x="2420471" y="2314713"/>
            <a:ext cx="5654488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3100" b="0" i="0" u="none" strike="noStrike" cap="none">
                <a:solidFill>
                  <a:schemeClr val="dk2"/>
                </a:solidFill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邊緣運算，無須</a:t>
            </a:r>
            <a:r>
              <a:rPr lang="en-US" altLang="zh-TW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server</a:t>
            </a: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即可實現</a:t>
            </a:r>
          </a:p>
        </p:txBody>
      </p:sp>
      <p:sp>
        <p:nvSpPr>
          <p:cNvPr id="19" name="Google Shape;323;p39">
            <a:extLst>
              <a:ext uri="{FF2B5EF4-FFF2-40B4-BE49-F238E27FC236}">
                <a16:creationId xmlns:a16="http://schemas.microsoft.com/office/drawing/2014/main" id="{BC434A2E-6492-23A2-92B9-C158AC8C76C8}"/>
              </a:ext>
            </a:extLst>
          </p:cNvPr>
          <p:cNvSpPr txBox="1">
            <a:spLocks/>
          </p:cNvSpPr>
          <p:nvPr/>
        </p:nvSpPr>
        <p:spPr>
          <a:xfrm>
            <a:off x="1238763" y="2274365"/>
            <a:ext cx="6789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4000" dirty="0">
                <a:solidFill>
                  <a:schemeClr val="bg1"/>
                </a:solidFill>
                <a:latin typeface="Commissioner ExtraBold" panose="02020500000000000000" charset="0"/>
              </a:rPr>
              <a:t>02</a:t>
            </a:r>
          </a:p>
        </p:txBody>
      </p:sp>
      <p:sp>
        <p:nvSpPr>
          <p:cNvPr id="21" name="Google Shape;329;p39">
            <a:extLst>
              <a:ext uri="{FF2B5EF4-FFF2-40B4-BE49-F238E27FC236}">
                <a16:creationId xmlns:a16="http://schemas.microsoft.com/office/drawing/2014/main" id="{9001540A-5B76-A3FC-15CB-E69088703DA9}"/>
              </a:ext>
            </a:extLst>
          </p:cNvPr>
          <p:cNvSpPr txBox="1">
            <a:spLocks/>
          </p:cNvSpPr>
          <p:nvPr/>
        </p:nvSpPr>
        <p:spPr>
          <a:xfrm>
            <a:off x="1238763" y="3178265"/>
            <a:ext cx="6771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4000" dirty="0">
                <a:solidFill>
                  <a:schemeClr val="bg1"/>
                </a:solidFill>
                <a:latin typeface="Commissioner ExtraBold" panose="02020500000000000000" charset="0"/>
              </a:rPr>
              <a:t>03</a:t>
            </a:r>
          </a:p>
        </p:txBody>
      </p:sp>
      <p:sp>
        <p:nvSpPr>
          <p:cNvPr id="22" name="Google Shape;309;p39">
            <a:extLst>
              <a:ext uri="{FF2B5EF4-FFF2-40B4-BE49-F238E27FC236}">
                <a16:creationId xmlns:a16="http://schemas.microsoft.com/office/drawing/2014/main" id="{B7A8E14E-7A10-1E67-23B4-A5D9AD984D10}"/>
              </a:ext>
            </a:extLst>
          </p:cNvPr>
          <p:cNvSpPr/>
          <p:nvPr/>
        </p:nvSpPr>
        <p:spPr>
          <a:xfrm>
            <a:off x="2168519" y="4202017"/>
            <a:ext cx="6153589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313;p39">
            <a:extLst>
              <a:ext uri="{FF2B5EF4-FFF2-40B4-BE49-F238E27FC236}">
                <a16:creationId xmlns:a16="http://schemas.microsoft.com/office/drawing/2014/main" id="{4D9A17FA-44A2-B7B5-11E3-C5005F280777}"/>
              </a:ext>
            </a:extLst>
          </p:cNvPr>
          <p:cNvSpPr/>
          <p:nvPr/>
        </p:nvSpPr>
        <p:spPr>
          <a:xfrm>
            <a:off x="1166477" y="4090546"/>
            <a:ext cx="8334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29;p39">
            <a:extLst>
              <a:ext uri="{FF2B5EF4-FFF2-40B4-BE49-F238E27FC236}">
                <a16:creationId xmlns:a16="http://schemas.microsoft.com/office/drawing/2014/main" id="{DB3748F9-DDA3-04A4-584B-36B69EC9AA14}"/>
              </a:ext>
            </a:extLst>
          </p:cNvPr>
          <p:cNvSpPr txBox="1">
            <a:spLocks/>
          </p:cNvSpPr>
          <p:nvPr/>
        </p:nvSpPr>
        <p:spPr>
          <a:xfrm>
            <a:off x="1236363" y="4121917"/>
            <a:ext cx="6771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4000" dirty="0">
                <a:solidFill>
                  <a:schemeClr val="bg1"/>
                </a:solidFill>
                <a:latin typeface="Commissioner ExtraBold" panose="02020500000000000000" charset="0"/>
              </a:rPr>
              <a:t>04</a:t>
            </a:r>
          </a:p>
        </p:txBody>
      </p:sp>
      <p:sp>
        <p:nvSpPr>
          <p:cNvPr id="28" name="Google Shape;321;p39">
            <a:extLst>
              <a:ext uri="{FF2B5EF4-FFF2-40B4-BE49-F238E27FC236}">
                <a16:creationId xmlns:a16="http://schemas.microsoft.com/office/drawing/2014/main" id="{3537E723-19C2-C6CE-6E0C-34CF1A893AD7}"/>
              </a:ext>
            </a:extLst>
          </p:cNvPr>
          <p:cNvSpPr txBox="1">
            <a:spLocks/>
          </p:cNvSpPr>
          <p:nvPr/>
        </p:nvSpPr>
        <p:spPr>
          <a:xfrm>
            <a:off x="2420471" y="4202017"/>
            <a:ext cx="5654488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3100" b="0" i="0" u="none" strike="noStrike" cap="none">
                <a:solidFill>
                  <a:schemeClr val="dk2"/>
                </a:solidFill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可擴充警報、</a:t>
            </a:r>
            <a:r>
              <a:rPr lang="en-US" altLang="zh-TW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App</a:t>
            </a:r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、門禁</a:t>
            </a:r>
          </a:p>
        </p:txBody>
      </p:sp>
      <p:sp>
        <p:nvSpPr>
          <p:cNvPr id="29" name="Google Shape;321;p39">
            <a:extLst>
              <a:ext uri="{FF2B5EF4-FFF2-40B4-BE49-F238E27FC236}">
                <a16:creationId xmlns:a16="http://schemas.microsoft.com/office/drawing/2014/main" id="{F9BE80A3-00CF-1392-F586-9105C0DF1CE5}"/>
              </a:ext>
            </a:extLst>
          </p:cNvPr>
          <p:cNvSpPr txBox="1">
            <a:spLocks/>
          </p:cNvSpPr>
          <p:nvPr/>
        </p:nvSpPr>
        <p:spPr>
          <a:xfrm>
            <a:off x="2424601" y="3258365"/>
            <a:ext cx="5654488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3100" b="0" i="0" u="none" strike="noStrike" cap="none">
                <a:solidFill>
                  <a:schemeClr val="dk2"/>
                </a:solidFill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具備資安與隱私考量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3"/>
          <p:cNvSpPr txBox="1">
            <a:spLocks noGrp="1"/>
          </p:cNvSpPr>
          <p:nvPr>
            <p:ph type="title" idx="6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TW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RTSP</a:t>
            </a: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與</a:t>
            </a:r>
            <a:r>
              <a:rPr lang="en-US" altLang="zh-TW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Qt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圖片 15" descr="一張含有 人的臉孔, 螢幕擷取畫面, 眼鏡, 服裝 的圖片&#10;&#10;AI 產生的內容可能不正確。">
            <a:extLst>
              <a:ext uri="{FF2B5EF4-FFF2-40B4-BE49-F238E27FC236}">
                <a16:creationId xmlns:a16="http://schemas.microsoft.com/office/drawing/2014/main" id="{8E965854-4980-9DD2-97FB-636A8FF60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1208092"/>
            <a:ext cx="8072438" cy="34659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2"/>
          <p:cNvSpPr txBox="1">
            <a:spLocks noGrp="1"/>
          </p:cNvSpPr>
          <p:nvPr>
            <p:ph type="title"/>
          </p:nvPr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TW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Firebase </a:t>
            </a: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資料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5" name="圖片 14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00804FC7-E0D7-F741-9F39-97BD22491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547" y="1764024"/>
            <a:ext cx="5039916" cy="29099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2;p48">
            <a:extLst>
              <a:ext uri="{FF2B5EF4-FFF2-40B4-BE49-F238E27FC236}">
                <a16:creationId xmlns:a16="http://schemas.microsoft.com/office/drawing/2014/main" id="{7EDF90CA-27F4-13B1-C077-29E1BCCC0737}"/>
              </a:ext>
            </a:extLst>
          </p:cNvPr>
          <p:cNvSpPr txBox="1">
            <a:spLocks/>
          </p:cNvSpPr>
          <p:nvPr/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zh-TW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未來擴充方向</a:t>
            </a:r>
          </a:p>
        </p:txBody>
      </p:sp>
      <p:sp>
        <p:nvSpPr>
          <p:cNvPr id="5" name="Google Shape;309;p39">
            <a:extLst>
              <a:ext uri="{FF2B5EF4-FFF2-40B4-BE49-F238E27FC236}">
                <a16:creationId xmlns:a16="http://schemas.microsoft.com/office/drawing/2014/main" id="{4F2BEAA3-35DA-D13D-D5A9-6E01B2CC931E}"/>
              </a:ext>
            </a:extLst>
          </p:cNvPr>
          <p:cNvSpPr/>
          <p:nvPr/>
        </p:nvSpPr>
        <p:spPr>
          <a:xfrm>
            <a:off x="2166118" y="3893978"/>
            <a:ext cx="6153589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311;p39">
            <a:extLst>
              <a:ext uri="{FF2B5EF4-FFF2-40B4-BE49-F238E27FC236}">
                <a16:creationId xmlns:a16="http://schemas.microsoft.com/office/drawing/2014/main" id="{7A9E0F5C-F484-2CA8-EACD-F8B9D4B2D7CC}"/>
              </a:ext>
            </a:extLst>
          </p:cNvPr>
          <p:cNvSpPr/>
          <p:nvPr/>
        </p:nvSpPr>
        <p:spPr>
          <a:xfrm>
            <a:off x="2175052" y="2613403"/>
            <a:ext cx="6153589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312;p39">
            <a:extLst>
              <a:ext uri="{FF2B5EF4-FFF2-40B4-BE49-F238E27FC236}">
                <a16:creationId xmlns:a16="http://schemas.microsoft.com/office/drawing/2014/main" id="{4CD64394-470B-63C8-E325-CC200DF32774}"/>
              </a:ext>
            </a:extLst>
          </p:cNvPr>
          <p:cNvSpPr/>
          <p:nvPr/>
        </p:nvSpPr>
        <p:spPr>
          <a:xfrm>
            <a:off x="2175052" y="1412332"/>
            <a:ext cx="6153589" cy="539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13;p39">
            <a:extLst>
              <a:ext uri="{FF2B5EF4-FFF2-40B4-BE49-F238E27FC236}">
                <a16:creationId xmlns:a16="http://schemas.microsoft.com/office/drawing/2014/main" id="{78E44B50-D6D9-12A1-384E-B9F66B37EA01}"/>
              </a:ext>
            </a:extLst>
          </p:cNvPr>
          <p:cNvSpPr/>
          <p:nvPr/>
        </p:nvSpPr>
        <p:spPr>
          <a:xfrm>
            <a:off x="1166477" y="3782507"/>
            <a:ext cx="8334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15;p39">
            <a:extLst>
              <a:ext uri="{FF2B5EF4-FFF2-40B4-BE49-F238E27FC236}">
                <a16:creationId xmlns:a16="http://schemas.microsoft.com/office/drawing/2014/main" id="{544BB655-ED58-0C16-CA04-3FC758E5EFC4}"/>
              </a:ext>
            </a:extLst>
          </p:cNvPr>
          <p:cNvSpPr/>
          <p:nvPr/>
        </p:nvSpPr>
        <p:spPr>
          <a:xfrm>
            <a:off x="1166478" y="2504955"/>
            <a:ext cx="8358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16;p39">
            <a:extLst>
              <a:ext uri="{FF2B5EF4-FFF2-40B4-BE49-F238E27FC236}">
                <a16:creationId xmlns:a16="http://schemas.microsoft.com/office/drawing/2014/main" id="{8AA13D33-54A8-29F7-E321-240FD13E0DCF}"/>
              </a:ext>
            </a:extLst>
          </p:cNvPr>
          <p:cNvSpPr/>
          <p:nvPr/>
        </p:nvSpPr>
        <p:spPr>
          <a:xfrm>
            <a:off x="1166477" y="1265636"/>
            <a:ext cx="835800" cy="835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318;p39">
            <a:extLst>
              <a:ext uri="{FF2B5EF4-FFF2-40B4-BE49-F238E27FC236}">
                <a16:creationId xmlns:a16="http://schemas.microsoft.com/office/drawing/2014/main" id="{B7641D05-92B4-6DC1-2AD2-1F0A00C8F9CD}"/>
              </a:ext>
            </a:extLst>
          </p:cNvPr>
          <p:cNvSpPr txBox="1">
            <a:spLocks/>
          </p:cNvSpPr>
          <p:nvPr/>
        </p:nvSpPr>
        <p:spPr>
          <a:xfrm>
            <a:off x="2420471" y="1412332"/>
            <a:ext cx="5654488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000" b="1" i="0" u="none" strike="noStrike" cap="none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pPr algn="ctr"/>
            <a:r>
              <a:rPr lang="en-US" altLang="zh-TW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Line / Discord </a:t>
            </a:r>
            <a:r>
              <a:rPr lang="zh-TW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警報</a:t>
            </a:r>
          </a:p>
        </p:txBody>
      </p:sp>
      <p:sp>
        <p:nvSpPr>
          <p:cNvPr id="12" name="Google Shape;320;p39">
            <a:extLst>
              <a:ext uri="{FF2B5EF4-FFF2-40B4-BE49-F238E27FC236}">
                <a16:creationId xmlns:a16="http://schemas.microsoft.com/office/drawing/2014/main" id="{F57CBD61-F43B-DD22-6867-ED8C5AA20049}"/>
              </a:ext>
            </a:extLst>
          </p:cNvPr>
          <p:cNvSpPr txBox="1">
            <a:spLocks/>
          </p:cNvSpPr>
          <p:nvPr/>
        </p:nvSpPr>
        <p:spPr>
          <a:xfrm>
            <a:off x="1236363" y="1332232"/>
            <a:ext cx="6789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marL="0" indent="0" algn="ctr"/>
            <a:r>
              <a:rPr lang="en" sz="4000" dirty="0">
                <a:solidFill>
                  <a:schemeClr val="bg1"/>
                </a:solidFill>
                <a:latin typeface="Commissioner ExtraBold" panose="02020500000000000000" charset="0"/>
              </a:rPr>
              <a:t>01</a:t>
            </a:r>
          </a:p>
        </p:txBody>
      </p:sp>
      <p:sp>
        <p:nvSpPr>
          <p:cNvPr id="13" name="Google Shape;321;p39">
            <a:extLst>
              <a:ext uri="{FF2B5EF4-FFF2-40B4-BE49-F238E27FC236}">
                <a16:creationId xmlns:a16="http://schemas.microsoft.com/office/drawing/2014/main" id="{2CE3ECCA-1607-7E57-435A-BEE41442925F}"/>
              </a:ext>
            </a:extLst>
          </p:cNvPr>
          <p:cNvSpPr txBox="1">
            <a:spLocks/>
          </p:cNvSpPr>
          <p:nvPr/>
        </p:nvSpPr>
        <p:spPr>
          <a:xfrm>
            <a:off x="2420471" y="2613403"/>
            <a:ext cx="5654488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3100" b="0" i="0" u="none" strike="noStrike" cap="none">
                <a:solidFill>
                  <a:schemeClr val="dk2"/>
                </a:solidFill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行動 </a:t>
            </a:r>
            <a:r>
              <a:rPr lang="en-US" altLang="zh-TW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App</a:t>
            </a:r>
            <a:endParaRPr lang="zh-TW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Google Shape;323;p39">
            <a:extLst>
              <a:ext uri="{FF2B5EF4-FFF2-40B4-BE49-F238E27FC236}">
                <a16:creationId xmlns:a16="http://schemas.microsoft.com/office/drawing/2014/main" id="{56258AF1-D73F-5C6B-8E3F-D32A354EFF17}"/>
              </a:ext>
            </a:extLst>
          </p:cNvPr>
          <p:cNvSpPr txBox="1">
            <a:spLocks/>
          </p:cNvSpPr>
          <p:nvPr/>
        </p:nvSpPr>
        <p:spPr>
          <a:xfrm>
            <a:off x="1238764" y="2573055"/>
            <a:ext cx="6789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4000" dirty="0">
                <a:solidFill>
                  <a:schemeClr val="bg1"/>
                </a:solidFill>
                <a:latin typeface="Commissioner ExtraBold" panose="02020500000000000000" charset="0"/>
              </a:rPr>
              <a:t>02</a:t>
            </a:r>
          </a:p>
        </p:txBody>
      </p:sp>
      <p:sp>
        <p:nvSpPr>
          <p:cNvPr id="15" name="Google Shape;329;p39">
            <a:extLst>
              <a:ext uri="{FF2B5EF4-FFF2-40B4-BE49-F238E27FC236}">
                <a16:creationId xmlns:a16="http://schemas.microsoft.com/office/drawing/2014/main" id="{58527CC2-FB3D-FB33-B1E3-6294409257BF}"/>
              </a:ext>
            </a:extLst>
          </p:cNvPr>
          <p:cNvSpPr txBox="1">
            <a:spLocks/>
          </p:cNvSpPr>
          <p:nvPr/>
        </p:nvSpPr>
        <p:spPr>
          <a:xfrm>
            <a:off x="1236363" y="3813878"/>
            <a:ext cx="677100" cy="69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4000" dirty="0">
                <a:solidFill>
                  <a:schemeClr val="bg1"/>
                </a:solidFill>
                <a:latin typeface="Commissioner ExtraBold" panose="02020500000000000000" charset="0"/>
              </a:rPr>
              <a:t>03</a:t>
            </a:r>
          </a:p>
        </p:txBody>
      </p:sp>
      <p:sp>
        <p:nvSpPr>
          <p:cNvPr id="20" name="Google Shape;321;p39">
            <a:extLst>
              <a:ext uri="{FF2B5EF4-FFF2-40B4-BE49-F238E27FC236}">
                <a16:creationId xmlns:a16="http://schemas.microsoft.com/office/drawing/2014/main" id="{290B4719-8B45-1DAF-7591-0238C597CF38}"/>
              </a:ext>
            </a:extLst>
          </p:cNvPr>
          <p:cNvSpPr txBox="1">
            <a:spLocks/>
          </p:cNvSpPr>
          <p:nvPr/>
        </p:nvSpPr>
        <p:spPr>
          <a:xfrm>
            <a:off x="2422201" y="3893978"/>
            <a:ext cx="5654488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3100" b="0" i="0" u="none" strike="noStrike" cap="none">
                <a:solidFill>
                  <a:schemeClr val="dk2"/>
                </a:solidFill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r>
              <a:rPr lang="zh-TW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結合門鎖實現門禁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5"/>
          <p:cNvSpPr txBox="1">
            <a:spLocks noGrp="1"/>
          </p:cNvSpPr>
          <p:nvPr>
            <p:ph type="subTitle" idx="1"/>
          </p:nvPr>
        </p:nvSpPr>
        <p:spPr>
          <a:xfrm>
            <a:off x="1505381" y="2229600"/>
            <a:ext cx="6133238" cy="163278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本專題成功實作一套可即時運作的智慧人臉辨識防盜系統，結合 </a:t>
            </a:r>
            <a:r>
              <a:rPr lang="en-US" altLang="zh-TW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TW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IoT </a:t>
            </a:r>
            <a:r>
              <a:rPr lang="zh-TW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與雲端技術，具備實際應用價值。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Google Shape;442;p48">
            <a:extLst>
              <a:ext uri="{FF2B5EF4-FFF2-40B4-BE49-F238E27FC236}">
                <a16:creationId xmlns:a16="http://schemas.microsoft.com/office/drawing/2014/main" id="{A3005E55-DFC6-B141-9ADD-5270141B54A5}"/>
              </a:ext>
            </a:extLst>
          </p:cNvPr>
          <p:cNvSpPr txBox="1">
            <a:spLocks/>
          </p:cNvSpPr>
          <p:nvPr/>
        </p:nvSpPr>
        <p:spPr>
          <a:xfrm>
            <a:off x="713250" y="469500"/>
            <a:ext cx="77175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zh-TW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結論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nd Energy Supplier Pitch Deck by Slidesgo">
  <a:themeElements>
    <a:clrScheme name="Simple Light">
      <a:dk1>
        <a:srgbClr val="2E3338"/>
      </a:dk1>
      <a:lt1>
        <a:srgbClr val="F6EFDC"/>
      </a:lt1>
      <a:dk2>
        <a:srgbClr val="164A4A"/>
      </a:dk2>
      <a:lt2>
        <a:srgbClr val="3F4853"/>
      </a:lt2>
      <a:accent1>
        <a:srgbClr val="81B5A8"/>
      </a:accent1>
      <a:accent2>
        <a:srgbClr val="ADDBD0"/>
      </a:accent2>
      <a:accent3>
        <a:srgbClr val="454318"/>
      </a:accent3>
      <a:accent4>
        <a:srgbClr val="FFFFFF"/>
      </a:accent4>
      <a:accent5>
        <a:srgbClr val="FFFFFF"/>
      </a:accent5>
      <a:accent6>
        <a:srgbClr val="FFFFFF"/>
      </a:accent6>
      <a:hlink>
        <a:srgbClr val="2E33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297</Words>
  <Application>Microsoft Office PowerPoint</Application>
  <PresentationFormat>如螢幕大小 (16:9)</PresentationFormat>
  <Paragraphs>66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3" baseType="lpstr">
      <vt:lpstr>Wingdings</vt:lpstr>
      <vt:lpstr>Commissioner ExtraBold</vt:lpstr>
      <vt:lpstr>Microsoft YaHei</vt:lpstr>
      <vt:lpstr>Barlow SemiBold</vt:lpstr>
      <vt:lpstr>Commissioner</vt:lpstr>
      <vt:lpstr>Syne</vt:lpstr>
      <vt:lpstr>Arial</vt:lpstr>
      <vt:lpstr>Syne SemiBold</vt:lpstr>
      <vt:lpstr>Wind Energy Supplier Pitch Deck by Slidesgo</vt:lpstr>
      <vt:lpstr>基於 HUB8735 Ultra 的智慧人臉辨識防盜監控系統</vt:lpstr>
      <vt:lpstr>傳統監視器</vt:lpstr>
      <vt:lpstr>希望解決的問題</vt:lpstr>
      <vt:lpstr>系統整體架構</vt:lpstr>
      <vt:lpstr>即時影像串流設計</vt:lpstr>
      <vt:lpstr>人臉識別AI</vt:lpstr>
      <vt:lpstr>身分分類邏輯</vt:lpstr>
      <vt:lpstr>OSD 視覺化設計</vt:lpstr>
      <vt:lpstr>雲端 Firebase 設計</vt:lpstr>
      <vt:lpstr>系統特色與優勢</vt:lpstr>
      <vt:lpstr>RTSP與Qt</vt:lpstr>
      <vt:lpstr>Firebase 資料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zxzczxc zxczxzcx</dc:creator>
  <cp:lastModifiedBy>zxzczxc zxczxzcx</cp:lastModifiedBy>
  <cp:revision>3</cp:revision>
  <dcterms:modified xsi:type="dcterms:W3CDTF">2026-01-03T18:48:03Z</dcterms:modified>
</cp:coreProperties>
</file>